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Alata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307413-764D-4607-A09A-1AC17E03A6D6}">
  <a:tblStyle styleId="{75307413-764D-4607-A09A-1AC17E03A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lat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5d6f4025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25d6f4025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5d6f4025e2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5d6f4025e2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00f245625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00f24562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1f03eafb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1f03eafb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1f03eafb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1f03eafb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00f24562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00f24562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0a723f21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0a723f21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546707aa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546707aa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0a723f2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10a723f2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54a02997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d54a02997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1f03eafb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11f03eafb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d54a02997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d54a02997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5d6f4025e2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5d6f4025e2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ba0a80b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1ba0a80b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1546707aa7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1546707aa7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700676" y="1104875"/>
            <a:ext cx="4711200" cy="24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00676" y="3594925"/>
            <a:ext cx="36531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14300" y="2354175"/>
            <a:ext cx="304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714300" y="3453150"/>
            <a:ext cx="25218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714300" y="1010100"/>
            <a:ext cx="3048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7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714300" y="1206800"/>
            <a:ext cx="7715400" cy="3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14300" y="54085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059982" y="2360375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518675" y="3010950"/>
            <a:ext cx="2563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5059976" y="3010950"/>
            <a:ext cx="2563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3" type="title"/>
          </p:nvPr>
        </p:nvSpPr>
        <p:spPr>
          <a:xfrm>
            <a:off x="1518675" y="2360375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idx="1" type="subTitle"/>
          </p:nvPr>
        </p:nvSpPr>
        <p:spPr>
          <a:xfrm>
            <a:off x="714300" y="1806875"/>
            <a:ext cx="3789000" cy="26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type="title"/>
          </p:nvPr>
        </p:nvSpPr>
        <p:spPr>
          <a:xfrm>
            <a:off x="714300" y="1068850"/>
            <a:ext cx="30021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2321475" y="2020138"/>
            <a:ext cx="4041000" cy="17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189800" y="1398513"/>
            <a:ext cx="42399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5016225" y="2368275"/>
            <a:ext cx="3422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4139225" y="3145613"/>
            <a:ext cx="4290900" cy="11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1636500" y="2097350"/>
            <a:ext cx="6213900" cy="11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2133600" y="3310675"/>
            <a:ext cx="52197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jp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4300" y="1152475"/>
            <a:ext cx="771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11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11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■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11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11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11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■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11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11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11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■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17505" t="9657"/>
          <a:stretch/>
        </p:blipFill>
        <p:spPr>
          <a:xfrm>
            <a:off x="8095725" y="64800"/>
            <a:ext cx="897300" cy="9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150" y="64800"/>
            <a:ext cx="837499" cy="8191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ciencedirect.com/science/article/abs/pii/S0048969706005730" TargetMode="External"/><Relationship Id="rId4" Type="http://schemas.openxmlformats.org/officeDocument/2006/relationships/hyperlink" Target="https://pubmed.ncbi.nlm.nih.gov/23429707/" TargetMode="External"/><Relationship Id="rId5" Type="http://schemas.openxmlformats.org/officeDocument/2006/relationships/hyperlink" Target="https://www.scirp.org/journal/paperinformation?paperid=36196" TargetMode="External"/><Relationship Id="rId6" Type="http://schemas.openxmlformats.org/officeDocument/2006/relationships/hyperlink" Target="https://pubmed.ncbi.nlm.nih.gov/17910531/" TargetMode="External"/><Relationship Id="rId7" Type="http://schemas.openxmlformats.org/officeDocument/2006/relationships/hyperlink" Target="https://arxiv.org/abs/1603.02754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ctrTitle"/>
          </p:nvPr>
        </p:nvSpPr>
        <p:spPr>
          <a:xfrm>
            <a:off x="1764900" y="1477225"/>
            <a:ext cx="5614200" cy="14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Umbilical cord blood lead levels: predictions using micro-spatial child dentine measures.  </a:t>
            </a:r>
            <a:endParaRPr sz="4100"/>
          </a:p>
        </p:txBody>
      </p:sp>
      <p:sp>
        <p:nvSpPr>
          <p:cNvPr id="46" name="Google Shape;46;p13"/>
          <p:cNvSpPr txBox="1"/>
          <p:nvPr>
            <p:ph idx="1" type="subTitle"/>
          </p:nvPr>
        </p:nvSpPr>
        <p:spPr>
          <a:xfrm>
            <a:off x="3073550" y="3420075"/>
            <a:ext cx="2521200" cy="8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Marta Mainetti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Mat. 850868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3"/>
          <p:cNvSpPr/>
          <p:nvPr/>
        </p:nvSpPr>
        <p:spPr>
          <a:xfrm>
            <a:off x="782386" y="4295388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lt2"/>
          </a:solidFill>
          <a:ln cap="rnd" cmpd="sng" w="193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3"/>
          <p:cNvSpPr/>
          <p:nvPr/>
        </p:nvSpPr>
        <p:spPr>
          <a:xfrm>
            <a:off x="741513" y="1150247"/>
            <a:ext cx="227485" cy="194801"/>
          </a:xfrm>
          <a:custGeom>
            <a:rect b="b" l="l" r="r" t="t"/>
            <a:pathLst>
              <a:path extrusionOk="0" h="5835" w="6814">
                <a:moveTo>
                  <a:pt x="3882" y="718"/>
                </a:moveTo>
                <a:cubicBezTo>
                  <a:pt x="5008" y="718"/>
                  <a:pt x="6089" y="1591"/>
                  <a:pt x="6089" y="2914"/>
                </a:cubicBezTo>
                <a:cubicBezTo>
                  <a:pt x="6089" y="4132"/>
                  <a:pt x="5103" y="5103"/>
                  <a:pt x="3886" y="5103"/>
                </a:cubicBezTo>
                <a:cubicBezTo>
                  <a:pt x="1943" y="5103"/>
                  <a:pt x="972" y="2740"/>
                  <a:pt x="2349" y="1363"/>
                </a:cubicBezTo>
                <a:cubicBezTo>
                  <a:pt x="2795" y="918"/>
                  <a:pt x="3344" y="718"/>
                  <a:pt x="3882" y="718"/>
                </a:cubicBezTo>
                <a:close/>
                <a:moveTo>
                  <a:pt x="3912" y="0"/>
                </a:moveTo>
                <a:cubicBezTo>
                  <a:pt x="3903" y="0"/>
                  <a:pt x="3895" y="0"/>
                  <a:pt x="3886" y="1"/>
                </a:cubicBezTo>
                <a:cubicBezTo>
                  <a:pt x="1291" y="1"/>
                  <a:pt x="1" y="3146"/>
                  <a:pt x="1842" y="4973"/>
                </a:cubicBezTo>
                <a:cubicBezTo>
                  <a:pt x="2433" y="5568"/>
                  <a:pt x="3162" y="5834"/>
                  <a:pt x="3877" y="5834"/>
                </a:cubicBezTo>
                <a:cubicBezTo>
                  <a:pt x="5374" y="5834"/>
                  <a:pt x="6814" y="4670"/>
                  <a:pt x="6814" y="2914"/>
                </a:cubicBezTo>
                <a:cubicBezTo>
                  <a:pt x="6814" y="1314"/>
                  <a:pt x="5509" y="0"/>
                  <a:pt x="391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3"/>
          <p:cNvSpPr/>
          <p:nvPr/>
        </p:nvSpPr>
        <p:spPr>
          <a:xfrm rot="2700000">
            <a:off x="951141" y="1022640"/>
            <a:ext cx="154764" cy="154852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3"/>
          <p:cNvSpPr/>
          <p:nvPr/>
        </p:nvSpPr>
        <p:spPr>
          <a:xfrm>
            <a:off x="1396316" y="4379033"/>
            <a:ext cx="350269" cy="345486"/>
          </a:xfrm>
          <a:custGeom>
            <a:rect b="b" l="l" r="r" t="t"/>
            <a:pathLst>
              <a:path extrusionOk="0" h="4190" w="4248">
                <a:moveTo>
                  <a:pt x="2119" y="1113"/>
                </a:moveTo>
                <a:cubicBezTo>
                  <a:pt x="2620" y="1113"/>
                  <a:pt x="3102" y="1505"/>
                  <a:pt x="3102" y="2102"/>
                </a:cubicBezTo>
                <a:cubicBezTo>
                  <a:pt x="3102" y="2638"/>
                  <a:pt x="2667" y="3073"/>
                  <a:pt x="2131" y="3073"/>
                </a:cubicBezTo>
                <a:cubicBezTo>
                  <a:pt x="1247" y="3073"/>
                  <a:pt x="812" y="2015"/>
                  <a:pt x="1435" y="1406"/>
                </a:cubicBezTo>
                <a:cubicBezTo>
                  <a:pt x="1633" y="1204"/>
                  <a:pt x="1878" y="1113"/>
                  <a:pt x="2119" y="1113"/>
                </a:cubicBezTo>
                <a:close/>
                <a:moveTo>
                  <a:pt x="1522" y="0"/>
                </a:moveTo>
                <a:lnTo>
                  <a:pt x="1522" y="362"/>
                </a:lnTo>
                <a:cubicBezTo>
                  <a:pt x="1522" y="464"/>
                  <a:pt x="1464" y="565"/>
                  <a:pt x="1377" y="609"/>
                </a:cubicBezTo>
                <a:cubicBezTo>
                  <a:pt x="1319" y="638"/>
                  <a:pt x="1261" y="667"/>
                  <a:pt x="1218" y="696"/>
                </a:cubicBezTo>
                <a:cubicBezTo>
                  <a:pt x="1169" y="728"/>
                  <a:pt x="1111" y="747"/>
                  <a:pt x="1052" y="747"/>
                </a:cubicBezTo>
                <a:cubicBezTo>
                  <a:pt x="1005" y="747"/>
                  <a:pt x="958" y="736"/>
                  <a:pt x="913" y="710"/>
                </a:cubicBezTo>
                <a:lnTo>
                  <a:pt x="609" y="522"/>
                </a:lnTo>
                <a:lnTo>
                  <a:pt x="0" y="1566"/>
                </a:lnTo>
                <a:lnTo>
                  <a:pt x="319" y="1740"/>
                </a:lnTo>
                <a:cubicBezTo>
                  <a:pt x="421" y="1798"/>
                  <a:pt x="464" y="1899"/>
                  <a:pt x="464" y="2001"/>
                </a:cubicBezTo>
                <a:lnTo>
                  <a:pt x="464" y="2087"/>
                </a:lnTo>
                <a:lnTo>
                  <a:pt x="464" y="2189"/>
                </a:lnTo>
                <a:cubicBezTo>
                  <a:pt x="464" y="2290"/>
                  <a:pt x="421" y="2392"/>
                  <a:pt x="319" y="2450"/>
                </a:cubicBezTo>
                <a:lnTo>
                  <a:pt x="0" y="2624"/>
                </a:lnTo>
                <a:lnTo>
                  <a:pt x="609" y="3653"/>
                </a:lnTo>
                <a:lnTo>
                  <a:pt x="913" y="3479"/>
                </a:lnTo>
                <a:cubicBezTo>
                  <a:pt x="958" y="3454"/>
                  <a:pt x="1005" y="3442"/>
                  <a:pt x="1052" y="3442"/>
                </a:cubicBezTo>
                <a:cubicBezTo>
                  <a:pt x="1111" y="3442"/>
                  <a:pt x="1169" y="3461"/>
                  <a:pt x="1218" y="3494"/>
                </a:cubicBezTo>
                <a:cubicBezTo>
                  <a:pt x="1261" y="3523"/>
                  <a:pt x="1319" y="3552"/>
                  <a:pt x="1377" y="3581"/>
                </a:cubicBezTo>
                <a:cubicBezTo>
                  <a:pt x="1464" y="3624"/>
                  <a:pt x="1522" y="3726"/>
                  <a:pt x="1522" y="3827"/>
                </a:cubicBezTo>
                <a:lnTo>
                  <a:pt x="1522" y="4189"/>
                </a:lnTo>
                <a:lnTo>
                  <a:pt x="2725" y="4189"/>
                </a:lnTo>
                <a:lnTo>
                  <a:pt x="2725" y="3827"/>
                </a:lnTo>
                <a:cubicBezTo>
                  <a:pt x="2725" y="3726"/>
                  <a:pt x="2783" y="3624"/>
                  <a:pt x="2885" y="3581"/>
                </a:cubicBezTo>
                <a:cubicBezTo>
                  <a:pt x="2928" y="3552"/>
                  <a:pt x="2986" y="3523"/>
                  <a:pt x="3030" y="3494"/>
                </a:cubicBezTo>
                <a:cubicBezTo>
                  <a:pt x="3079" y="3461"/>
                  <a:pt x="3137" y="3442"/>
                  <a:pt x="3196" y="3442"/>
                </a:cubicBezTo>
                <a:cubicBezTo>
                  <a:pt x="3242" y="3442"/>
                  <a:pt x="3290" y="3454"/>
                  <a:pt x="3334" y="3479"/>
                </a:cubicBezTo>
                <a:lnTo>
                  <a:pt x="3653" y="3653"/>
                </a:lnTo>
                <a:lnTo>
                  <a:pt x="4247" y="2624"/>
                </a:lnTo>
                <a:lnTo>
                  <a:pt x="3928" y="2450"/>
                </a:lnTo>
                <a:cubicBezTo>
                  <a:pt x="3827" y="2392"/>
                  <a:pt x="3784" y="2290"/>
                  <a:pt x="3784" y="2189"/>
                </a:cubicBezTo>
                <a:lnTo>
                  <a:pt x="3784" y="2102"/>
                </a:lnTo>
                <a:lnTo>
                  <a:pt x="3784" y="2001"/>
                </a:lnTo>
                <a:cubicBezTo>
                  <a:pt x="3784" y="1899"/>
                  <a:pt x="3827" y="1798"/>
                  <a:pt x="3928" y="1740"/>
                </a:cubicBezTo>
                <a:lnTo>
                  <a:pt x="4247" y="1566"/>
                </a:lnTo>
                <a:lnTo>
                  <a:pt x="3653" y="522"/>
                </a:lnTo>
                <a:lnTo>
                  <a:pt x="3334" y="710"/>
                </a:lnTo>
                <a:cubicBezTo>
                  <a:pt x="3290" y="736"/>
                  <a:pt x="3242" y="747"/>
                  <a:pt x="3196" y="747"/>
                </a:cubicBezTo>
                <a:cubicBezTo>
                  <a:pt x="3137" y="747"/>
                  <a:pt x="3079" y="728"/>
                  <a:pt x="3030" y="696"/>
                </a:cubicBezTo>
                <a:cubicBezTo>
                  <a:pt x="2986" y="667"/>
                  <a:pt x="2928" y="638"/>
                  <a:pt x="2885" y="609"/>
                </a:cubicBezTo>
                <a:cubicBezTo>
                  <a:pt x="2783" y="565"/>
                  <a:pt x="2725" y="464"/>
                  <a:pt x="2725" y="362"/>
                </a:cubicBezTo>
                <a:lnTo>
                  <a:pt x="2725" y="0"/>
                </a:ln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1746575" y="404100"/>
            <a:ext cx="54684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/>
              <a:t>Scuola di Economia e Statistica</a:t>
            </a:r>
            <a:endParaRPr i="1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Corso di Laurea Magistrale in BIOSTATISTICA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/>
        </p:nvSpPr>
        <p:spPr>
          <a:xfrm>
            <a:off x="64552" y="3731262"/>
            <a:ext cx="4351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Relatore</a:t>
            </a:r>
            <a:r>
              <a:rPr lang="en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: Prof. Giorgio Vittadini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Correlatore: Dr. Elena Colicino* 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0" y="4778825"/>
            <a:ext cx="42744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Department of Environmental Medicine and Climate Science</a:t>
            </a:r>
            <a:r>
              <a:rPr lang="en"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Icahn School of Medicine at Mount Sinai, New York, US.</a:t>
            </a:r>
            <a:endParaRPr sz="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3474250" y="4262900"/>
            <a:ext cx="192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14th</a:t>
            </a:r>
            <a:r>
              <a:rPr i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February 2025</a:t>
            </a:r>
            <a:endParaRPr i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642475" y="2901625"/>
            <a:ext cx="1530900" cy="1579500"/>
          </a:xfrm>
          <a:prstGeom prst="ellipse">
            <a:avLst/>
          </a:prstGeom>
          <a:solidFill>
            <a:srgbClr val="AFD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3"/>
          <p:cNvGrpSpPr/>
          <p:nvPr/>
        </p:nvGrpSpPr>
        <p:grpSpPr>
          <a:xfrm rot="1967758">
            <a:off x="6772568" y="3242939"/>
            <a:ext cx="1230199" cy="817875"/>
            <a:chOff x="4849800" y="1060525"/>
            <a:chExt cx="2932816" cy="1922656"/>
          </a:xfrm>
        </p:grpSpPr>
        <p:sp>
          <p:nvSpPr>
            <p:cNvPr id="57" name="Google Shape;57;p13"/>
            <p:cNvSpPr/>
            <p:nvPr/>
          </p:nvSpPr>
          <p:spPr>
            <a:xfrm>
              <a:off x="5702118" y="1354752"/>
              <a:ext cx="412858" cy="1595400"/>
            </a:xfrm>
            <a:custGeom>
              <a:rect b="b" l="l" r="r" t="t"/>
              <a:pathLst>
                <a:path extrusionOk="0" h="22123" w="5725">
                  <a:moveTo>
                    <a:pt x="5610" y="0"/>
                  </a:moveTo>
                  <a:cubicBezTo>
                    <a:pt x="3750" y="286"/>
                    <a:pt x="2663" y="1689"/>
                    <a:pt x="2233" y="4293"/>
                  </a:cubicBezTo>
                  <a:cubicBezTo>
                    <a:pt x="1890" y="6468"/>
                    <a:pt x="2062" y="9244"/>
                    <a:pt x="2233" y="11906"/>
                  </a:cubicBezTo>
                  <a:cubicBezTo>
                    <a:pt x="2491" y="16485"/>
                    <a:pt x="2748" y="20806"/>
                    <a:pt x="487" y="21293"/>
                  </a:cubicBezTo>
                  <a:cubicBezTo>
                    <a:pt x="316" y="21321"/>
                    <a:pt x="173" y="21350"/>
                    <a:pt x="1" y="21350"/>
                  </a:cubicBezTo>
                  <a:lnTo>
                    <a:pt x="58" y="22123"/>
                  </a:lnTo>
                  <a:cubicBezTo>
                    <a:pt x="173" y="22123"/>
                    <a:pt x="287" y="22094"/>
                    <a:pt x="402" y="22094"/>
                  </a:cubicBezTo>
                  <a:cubicBezTo>
                    <a:pt x="487" y="22065"/>
                    <a:pt x="573" y="22037"/>
                    <a:pt x="631" y="22037"/>
                  </a:cubicBezTo>
                  <a:cubicBezTo>
                    <a:pt x="3550" y="21407"/>
                    <a:pt x="3264" y="16771"/>
                    <a:pt x="2977" y="11848"/>
                  </a:cubicBezTo>
                  <a:cubicBezTo>
                    <a:pt x="2663" y="6668"/>
                    <a:pt x="2348" y="1288"/>
                    <a:pt x="5725" y="744"/>
                  </a:cubicBezTo>
                  <a:lnTo>
                    <a:pt x="5610" y="0"/>
                  </a:lnTo>
                  <a:close/>
                </a:path>
              </a:pathLst>
            </a:custGeom>
            <a:solidFill>
              <a:srgbClr val="2F4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559765" y="1393045"/>
              <a:ext cx="1783260" cy="1590136"/>
            </a:xfrm>
            <a:custGeom>
              <a:rect b="b" l="l" r="r" t="t"/>
              <a:pathLst>
                <a:path extrusionOk="0" h="22050" w="24728">
                  <a:moveTo>
                    <a:pt x="17788" y="1"/>
                  </a:moveTo>
                  <a:cubicBezTo>
                    <a:pt x="15721" y="1"/>
                    <a:pt x="13551" y="1179"/>
                    <a:pt x="12078" y="3733"/>
                  </a:cubicBezTo>
                  <a:cubicBezTo>
                    <a:pt x="11792" y="4247"/>
                    <a:pt x="11267" y="4533"/>
                    <a:pt x="10729" y="4533"/>
                  </a:cubicBezTo>
                  <a:cubicBezTo>
                    <a:pt x="10457" y="4533"/>
                    <a:pt x="10181" y="4459"/>
                    <a:pt x="9931" y="4306"/>
                  </a:cubicBezTo>
                  <a:cubicBezTo>
                    <a:pt x="8557" y="3481"/>
                    <a:pt x="7201" y="3115"/>
                    <a:pt x="5960" y="3115"/>
                  </a:cubicBezTo>
                  <a:cubicBezTo>
                    <a:pt x="2548" y="3115"/>
                    <a:pt x="0" y="5884"/>
                    <a:pt x="315" y="9514"/>
                  </a:cubicBezTo>
                  <a:cubicBezTo>
                    <a:pt x="687" y="13664"/>
                    <a:pt x="7384" y="19417"/>
                    <a:pt x="14024" y="21878"/>
                  </a:cubicBezTo>
                  <a:cubicBezTo>
                    <a:pt x="14337" y="21993"/>
                    <a:pt x="14665" y="22049"/>
                    <a:pt x="14991" y="22049"/>
                  </a:cubicBezTo>
                  <a:cubicBezTo>
                    <a:pt x="15794" y="22049"/>
                    <a:pt x="16585" y="21708"/>
                    <a:pt x="17115" y="21077"/>
                  </a:cubicBezTo>
                  <a:cubicBezTo>
                    <a:pt x="21694" y="15668"/>
                    <a:pt x="24727" y="7368"/>
                    <a:pt x="23010" y="3590"/>
                  </a:cubicBezTo>
                  <a:cubicBezTo>
                    <a:pt x="21975" y="1272"/>
                    <a:pt x="19936" y="1"/>
                    <a:pt x="17788" y="1"/>
                  </a:cubicBezTo>
                  <a:close/>
                </a:path>
              </a:pathLst>
            </a:custGeom>
            <a:solidFill>
              <a:srgbClr val="FFB1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1954" y="1248455"/>
              <a:ext cx="1794077" cy="1507348"/>
            </a:xfrm>
            <a:custGeom>
              <a:rect b="b" l="l" r="r" t="t"/>
              <a:pathLst>
                <a:path extrusionOk="0" h="20902" w="24878">
                  <a:moveTo>
                    <a:pt x="18912" y="0"/>
                  </a:moveTo>
                  <a:cubicBezTo>
                    <a:pt x="16974" y="0"/>
                    <a:pt x="15119" y="985"/>
                    <a:pt x="13801" y="2476"/>
                  </a:cubicBezTo>
                  <a:cubicBezTo>
                    <a:pt x="13086" y="3306"/>
                    <a:pt x="12485" y="4250"/>
                    <a:pt x="12056" y="5280"/>
                  </a:cubicBezTo>
                  <a:cubicBezTo>
                    <a:pt x="10056" y="3479"/>
                    <a:pt x="7989" y="2708"/>
                    <a:pt x="6148" y="2708"/>
                  </a:cubicBezTo>
                  <a:cubicBezTo>
                    <a:pt x="2667" y="2708"/>
                    <a:pt x="0" y="5467"/>
                    <a:pt x="150" y="9230"/>
                  </a:cubicBezTo>
                  <a:cubicBezTo>
                    <a:pt x="265" y="12006"/>
                    <a:pt x="2440" y="14524"/>
                    <a:pt x="4300" y="16385"/>
                  </a:cubicBezTo>
                  <a:cubicBezTo>
                    <a:pt x="5988" y="18102"/>
                    <a:pt x="7963" y="20048"/>
                    <a:pt x="10367" y="20620"/>
                  </a:cubicBezTo>
                  <a:cubicBezTo>
                    <a:pt x="11144" y="20811"/>
                    <a:pt x="11906" y="20901"/>
                    <a:pt x="12651" y="20901"/>
                  </a:cubicBezTo>
                  <a:cubicBezTo>
                    <a:pt x="18933" y="20901"/>
                    <a:pt x="23912" y="14508"/>
                    <a:pt x="24705" y="8572"/>
                  </a:cubicBezTo>
                  <a:cubicBezTo>
                    <a:pt x="24848" y="7599"/>
                    <a:pt x="24877" y="6597"/>
                    <a:pt x="24791" y="5595"/>
                  </a:cubicBezTo>
                  <a:cubicBezTo>
                    <a:pt x="24734" y="5080"/>
                    <a:pt x="24620" y="4565"/>
                    <a:pt x="24476" y="4078"/>
                  </a:cubicBezTo>
                  <a:cubicBezTo>
                    <a:pt x="23875" y="2333"/>
                    <a:pt x="22530" y="959"/>
                    <a:pt x="20813" y="329"/>
                  </a:cubicBezTo>
                  <a:cubicBezTo>
                    <a:pt x="20181" y="105"/>
                    <a:pt x="19542" y="0"/>
                    <a:pt x="18912" y="0"/>
                  </a:cubicBezTo>
                  <a:close/>
                </a:path>
              </a:pathLst>
            </a:custGeom>
            <a:solidFill>
              <a:srgbClr val="FFB1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6443092" y="1464510"/>
              <a:ext cx="359133" cy="270143"/>
            </a:xfrm>
            <a:custGeom>
              <a:rect b="b" l="l" r="r" t="t"/>
              <a:pathLst>
                <a:path extrusionOk="0" h="3746" w="4980">
                  <a:moveTo>
                    <a:pt x="4469" y="1"/>
                  </a:moveTo>
                  <a:cubicBezTo>
                    <a:pt x="4393" y="1"/>
                    <a:pt x="4315" y="17"/>
                    <a:pt x="4236" y="52"/>
                  </a:cubicBezTo>
                  <a:cubicBezTo>
                    <a:pt x="3749" y="224"/>
                    <a:pt x="3291" y="539"/>
                    <a:pt x="2919" y="939"/>
                  </a:cubicBezTo>
                  <a:cubicBezTo>
                    <a:pt x="2461" y="1397"/>
                    <a:pt x="2032" y="1855"/>
                    <a:pt x="1632" y="2370"/>
                  </a:cubicBezTo>
                  <a:cubicBezTo>
                    <a:pt x="1317" y="2800"/>
                    <a:pt x="859" y="3143"/>
                    <a:pt x="344" y="3372"/>
                  </a:cubicBezTo>
                  <a:cubicBezTo>
                    <a:pt x="286" y="3372"/>
                    <a:pt x="201" y="3401"/>
                    <a:pt x="143" y="3429"/>
                  </a:cubicBezTo>
                  <a:cubicBezTo>
                    <a:pt x="57" y="3486"/>
                    <a:pt x="0" y="3572"/>
                    <a:pt x="29" y="3658"/>
                  </a:cubicBezTo>
                  <a:cubicBezTo>
                    <a:pt x="158" y="3714"/>
                    <a:pt x="300" y="3745"/>
                    <a:pt x="445" y="3745"/>
                  </a:cubicBezTo>
                  <a:cubicBezTo>
                    <a:pt x="525" y="3745"/>
                    <a:pt x="606" y="3736"/>
                    <a:pt x="687" y="3715"/>
                  </a:cubicBezTo>
                  <a:cubicBezTo>
                    <a:pt x="1832" y="3458"/>
                    <a:pt x="2605" y="2485"/>
                    <a:pt x="3578" y="1855"/>
                  </a:cubicBezTo>
                  <a:cubicBezTo>
                    <a:pt x="4007" y="1569"/>
                    <a:pt x="4522" y="1340"/>
                    <a:pt x="4837" y="853"/>
                  </a:cubicBezTo>
                  <a:cubicBezTo>
                    <a:pt x="4951" y="653"/>
                    <a:pt x="4980" y="424"/>
                    <a:pt x="4894" y="224"/>
                  </a:cubicBezTo>
                  <a:cubicBezTo>
                    <a:pt x="4795" y="85"/>
                    <a:pt x="4640" y="1"/>
                    <a:pt x="4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5629932" y="1721959"/>
              <a:ext cx="267114" cy="403988"/>
            </a:xfrm>
            <a:custGeom>
              <a:rect b="b" l="l" r="r" t="t"/>
              <a:pathLst>
                <a:path extrusionOk="0" h="5602" w="3704">
                  <a:moveTo>
                    <a:pt x="3355" y="1"/>
                  </a:moveTo>
                  <a:cubicBezTo>
                    <a:pt x="2798" y="1"/>
                    <a:pt x="1682" y="823"/>
                    <a:pt x="1517" y="947"/>
                  </a:cubicBezTo>
                  <a:cubicBezTo>
                    <a:pt x="773" y="1605"/>
                    <a:pt x="286" y="2521"/>
                    <a:pt x="143" y="3522"/>
                  </a:cubicBezTo>
                  <a:cubicBezTo>
                    <a:pt x="0" y="4095"/>
                    <a:pt x="86" y="4696"/>
                    <a:pt x="315" y="5240"/>
                  </a:cubicBezTo>
                  <a:cubicBezTo>
                    <a:pt x="413" y="5410"/>
                    <a:pt x="593" y="5602"/>
                    <a:pt x="786" y="5602"/>
                  </a:cubicBezTo>
                  <a:cubicBezTo>
                    <a:pt x="820" y="5602"/>
                    <a:pt x="854" y="5596"/>
                    <a:pt x="887" y="5583"/>
                  </a:cubicBezTo>
                  <a:cubicBezTo>
                    <a:pt x="1116" y="5497"/>
                    <a:pt x="1116" y="5268"/>
                    <a:pt x="1145" y="5068"/>
                  </a:cubicBezTo>
                  <a:cubicBezTo>
                    <a:pt x="1317" y="3866"/>
                    <a:pt x="1660" y="2607"/>
                    <a:pt x="2490" y="1719"/>
                  </a:cubicBezTo>
                  <a:cubicBezTo>
                    <a:pt x="2862" y="1405"/>
                    <a:pt x="3206" y="1090"/>
                    <a:pt x="3520" y="718"/>
                  </a:cubicBezTo>
                  <a:cubicBezTo>
                    <a:pt x="3578" y="632"/>
                    <a:pt x="3635" y="546"/>
                    <a:pt x="3664" y="460"/>
                  </a:cubicBezTo>
                  <a:cubicBezTo>
                    <a:pt x="3704" y="124"/>
                    <a:pt x="3571" y="1"/>
                    <a:pt x="3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5958051" y="1678330"/>
              <a:ext cx="123894" cy="63461"/>
            </a:xfrm>
            <a:custGeom>
              <a:rect b="b" l="l" r="r" t="t"/>
              <a:pathLst>
                <a:path extrusionOk="0" h="880" w="1718">
                  <a:moveTo>
                    <a:pt x="934" y="0"/>
                  </a:moveTo>
                  <a:cubicBezTo>
                    <a:pt x="718" y="0"/>
                    <a:pt x="507" y="41"/>
                    <a:pt x="373" y="92"/>
                  </a:cubicBezTo>
                  <a:cubicBezTo>
                    <a:pt x="230" y="121"/>
                    <a:pt x="87" y="235"/>
                    <a:pt x="29" y="378"/>
                  </a:cubicBezTo>
                  <a:cubicBezTo>
                    <a:pt x="1" y="493"/>
                    <a:pt x="87" y="665"/>
                    <a:pt x="201" y="722"/>
                  </a:cubicBezTo>
                  <a:cubicBezTo>
                    <a:pt x="258" y="779"/>
                    <a:pt x="344" y="808"/>
                    <a:pt x="430" y="836"/>
                  </a:cubicBezTo>
                  <a:cubicBezTo>
                    <a:pt x="587" y="865"/>
                    <a:pt x="738" y="879"/>
                    <a:pt x="888" y="879"/>
                  </a:cubicBezTo>
                  <a:cubicBezTo>
                    <a:pt x="1038" y="879"/>
                    <a:pt x="1188" y="865"/>
                    <a:pt x="1346" y="836"/>
                  </a:cubicBezTo>
                  <a:cubicBezTo>
                    <a:pt x="1432" y="836"/>
                    <a:pt x="1518" y="808"/>
                    <a:pt x="1603" y="750"/>
                  </a:cubicBezTo>
                  <a:cubicBezTo>
                    <a:pt x="1661" y="722"/>
                    <a:pt x="1718" y="636"/>
                    <a:pt x="1718" y="550"/>
                  </a:cubicBezTo>
                  <a:cubicBezTo>
                    <a:pt x="1718" y="128"/>
                    <a:pt x="1319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4849800" y="1905995"/>
              <a:ext cx="338508" cy="280599"/>
            </a:xfrm>
            <a:custGeom>
              <a:rect b="b" l="l" r="r" t="t"/>
              <a:pathLst>
                <a:path extrusionOk="0" h="3891" w="4694">
                  <a:moveTo>
                    <a:pt x="2539" y="0"/>
                  </a:moveTo>
                  <a:cubicBezTo>
                    <a:pt x="2391" y="0"/>
                    <a:pt x="2241" y="18"/>
                    <a:pt x="2089" y="55"/>
                  </a:cubicBezTo>
                  <a:cubicBezTo>
                    <a:pt x="401" y="398"/>
                    <a:pt x="0" y="2630"/>
                    <a:pt x="1460" y="3575"/>
                  </a:cubicBezTo>
                  <a:cubicBezTo>
                    <a:pt x="1797" y="3793"/>
                    <a:pt x="2156" y="3891"/>
                    <a:pt x="2504" y="3891"/>
                  </a:cubicBezTo>
                  <a:cubicBezTo>
                    <a:pt x="3660" y="3891"/>
                    <a:pt x="4694" y="2812"/>
                    <a:pt x="4408" y="1514"/>
                  </a:cubicBezTo>
                  <a:cubicBezTo>
                    <a:pt x="4211" y="631"/>
                    <a:pt x="3426" y="0"/>
                    <a:pt x="25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4913765" y="1944577"/>
              <a:ext cx="239350" cy="197956"/>
            </a:xfrm>
            <a:custGeom>
              <a:rect b="b" l="l" r="r" t="t"/>
              <a:pathLst>
                <a:path extrusionOk="0" h="2745" w="3319">
                  <a:moveTo>
                    <a:pt x="1782" y="0"/>
                  </a:moveTo>
                  <a:cubicBezTo>
                    <a:pt x="1684" y="0"/>
                    <a:pt x="1586" y="11"/>
                    <a:pt x="1489" y="35"/>
                  </a:cubicBezTo>
                  <a:cubicBezTo>
                    <a:pt x="287" y="292"/>
                    <a:pt x="0" y="1866"/>
                    <a:pt x="1031" y="2525"/>
                  </a:cubicBezTo>
                  <a:cubicBezTo>
                    <a:pt x="1269" y="2677"/>
                    <a:pt x="1522" y="2745"/>
                    <a:pt x="1767" y="2745"/>
                  </a:cubicBezTo>
                  <a:cubicBezTo>
                    <a:pt x="2585" y="2745"/>
                    <a:pt x="3318" y="1990"/>
                    <a:pt x="3120" y="1065"/>
                  </a:cubicBezTo>
                  <a:cubicBezTo>
                    <a:pt x="2972" y="447"/>
                    <a:pt x="2397" y="0"/>
                    <a:pt x="1782" y="0"/>
                  </a:cubicBezTo>
                  <a:close/>
                </a:path>
              </a:pathLst>
            </a:custGeom>
            <a:solidFill>
              <a:srgbClr val="A2C6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045879" y="2005225"/>
              <a:ext cx="660501" cy="945572"/>
            </a:xfrm>
            <a:custGeom>
              <a:rect b="b" l="l" r="r" t="t"/>
              <a:pathLst>
                <a:path extrusionOk="0" h="13112" w="9159">
                  <a:moveTo>
                    <a:pt x="1073" y="0"/>
                  </a:moveTo>
                  <a:cubicBezTo>
                    <a:pt x="694" y="0"/>
                    <a:pt x="324" y="101"/>
                    <a:pt x="0" y="281"/>
                  </a:cubicBezTo>
                  <a:lnTo>
                    <a:pt x="401" y="911"/>
                  </a:lnTo>
                  <a:cubicBezTo>
                    <a:pt x="607" y="808"/>
                    <a:pt x="833" y="756"/>
                    <a:pt x="1062" y="756"/>
                  </a:cubicBezTo>
                  <a:cubicBezTo>
                    <a:pt x="1215" y="756"/>
                    <a:pt x="1368" y="779"/>
                    <a:pt x="1517" y="825"/>
                  </a:cubicBezTo>
                  <a:cubicBezTo>
                    <a:pt x="2204" y="1083"/>
                    <a:pt x="3234" y="1855"/>
                    <a:pt x="4264" y="4402"/>
                  </a:cubicBezTo>
                  <a:cubicBezTo>
                    <a:pt x="4722" y="5662"/>
                    <a:pt x="5123" y="6950"/>
                    <a:pt x="5438" y="8237"/>
                  </a:cubicBezTo>
                  <a:cubicBezTo>
                    <a:pt x="6128" y="10861"/>
                    <a:pt x="6712" y="13112"/>
                    <a:pt x="8912" y="13112"/>
                  </a:cubicBezTo>
                  <a:cubicBezTo>
                    <a:pt x="8992" y="13112"/>
                    <a:pt x="9074" y="13109"/>
                    <a:pt x="9158" y="13103"/>
                  </a:cubicBezTo>
                  <a:lnTo>
                    <a:pt x="9130" y="12330"/>
                  </a:lnTo>
                  <a:cubicBezTo>
                    <a:pt x="9055" y="12336"/>
                    <a:pt x="8983" y="12339"/>
                    <a:pt x="8914" y="12339"/>
                  </a:cubicBezTo>
                  <a:cubicBezTo>
                    <a:pt x="7372" y="12339"/>
                    <a:pt x="6921" y="10830"/>
                    <a:pt x="6182" y="8037"/>
                  </a:cubicBezTo>
                  <a:cubicBezTo>
                    <a:pt x="5867" y="6721"/>
                    <a:pt x="5466" y="5404"/>
                    <a:pt x="4980" y="4116"/>
                  </a:cubicBezTo>
                  <a:cubicBezTo>
                    <a:pt x="4064" y="1855"/>
                    <a:pt x="2976" y="482"/>
                    <a:pt x="1746" y="110"/>
                  </a:cubicBezTo>
                  <a:cubicBezTo>
                    <a:pt x="1523" y="35"/>
                    <a:pt x="1296" y="0"/>
                    <a:pt x="1073" y="0"/>
                  </a:cubicBezTo>
                  <a:close/>
                </a:path>
              </a:pathLst>
            </a:custGeom>
            <a:solidFill>
              <a:srgbClr val="2F4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7028584" y="2256616"/>
              <a:ext cx="317883" cy="720357"/>
            </a:xfrm>
            <a:custGeom>
              <a:rect b="b" l="l" r="r" t="t"/>
              <a:pathLst>
                <a:path extrusionOk="0" h="9989" w="4408">
                  <a:moveTo>
                    <a:pt x="4207" y="1"/>
                  </a:moveTo>
                  <a:lnTo>
                    <a:pt x="3435" y="29"/>
                  </a:lnTo>
                  <a:cubicBezTo>
                    <a:pt x="3692" y="7585"/>
                    <a:pt x="1861" y="8930"/>
                    <a:pt x="0" y="9216"/>
                  </a:cubicBezTo>
                  <a:lnTo>
                    <a:pt x="115" y="9989"/>
                  </a:lnTo>
                  <a:cubicBezTo>
                    <a:pt x="3206" y="9474"/>
                    <a:pt x="4408" y="6497"/>
                    <a:pt x="4207" y="1"/>
                  </a:cubicBezTo>
                  <a:close/>
                </a:path>
              </a:pathLst>
            </a:custGeom>
            <a:solidFill>
              <a:srgbClr val="2F4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6106679" y="1351435"/>
              <a:ext cx="934971" cy="1630592"/>
            </a:xfrm>
            <a:custGeom>
              <a:rect b="b" l="l" r="r" t="t"/>
              <a:pathLst>
                <a:path extrusionOk="0" h="22611" w="12965">
                  <a:moveTo>
                    <a:pt x="556" y="0"/>
                  </a:moveTo>
                  <a:cubicBezTo>
                    <a:pt x="376" y="0"/>
                    <a:pt x="191" y="15"/>
                    <a:pt x="0" y="46"/>
                  </a:cubicBezTo>
                  <a:lnTo>
                    <a:pt x="115" y="790"/>
                  </a:lnTo>
                  <a:cubicBezTo>
                    <a:pt x="253" y="768"/>
                    <a:pt x="387" y="757"/>
                    <a:pt x="518" y="757"/>
                  </a:cubicBezTo>
                  <a:cubicBezTo>
                    <a:pt x="3436" y="757"/>
                    <a:pt x="4722" y="6118"/>
                    <a:pt x="5982" y="11322"/>
                  </a:cubicBezTo>
                  <a:cubicBezTo>
                    <a:pt x="7292" y="16871"/>
                    <a:pt x="8684" y="22610"/>
                    <a:pt x="12249" y="22610"/>
                  </a:cubicBezTo>
                  <a:cubicBezTo>
                    <a:pt x="12343" y="22610"/>
                    <a:pt x="12438" y="22606"/>
                    <a:pt x="12536" y="22598"/>
                  </a:cubicBezTo>
                  <a:cubicBezTo>
                    <a:pt x="12679" y="22569"/>
                    <a:pt x="12822" y="22569"/>
                    <a:pt x="12965" y="22541"/>
                  </a:cubicBezTo>
                  <a:lnTo>
                    <a:pt x="12822" y="21768"/>
                  </a:lnTo>
                  <a:cubicBezTo>
                    <a:pt x="12736" y="21768"/>
                    <a:pt x="12593" y="21797"/>
                    <a:pt x="12478" y="21797"/>
                  </a:cubicBezTo>
                  <a:cubicBezTo>
                    <a:pt x="12401" y="21804"/>
                    <a:pt x="12324" y="21807"/>
                    <a:pt x="12248" y="21807"/>
                  </a:cubicBezTo>
                  <a:cubicBezTo>
                    <a:pt x="9265" y="21807"/>
                    <a:pt x="7981" y="16369"/>
                    <a:pt x="6697" y="11122"/>
                  </a:cubicBezTo>
                  <a:cubicBezTo>
                    <a:pt x="5391" y="5651"/>
                    <a:pt x="4033" y="0"/>
                    <a:pt x="556" y="0"/>
                  </a:cubicBezTo>
                  <a:close/>
                </a:path>
              </a:pathLst>
            </a:custGeom>
            <a:solidFill>
              <a:srgbClr val="2F4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847580" y="1168841"/>
              <a:ext cx="220888" cy="660646"/>
            </a:xfrm>
            <a:custGeom>
              <a:rect b="b" l="l" r="r" t="t"/>
              <a:pathLst>
                <a:path extrusionOk="0" h="9161" w="3063">
                  <a:moveTo>
                    <a:pt x="2967" y="1"/>
                  </a:moveTo>
                  <a:cubicBezTo>
                    <a:pt x="2171" y="1"/>
                    <a:pt x="1409" y="341"/>
                    <a:pt x="859" y="947"/>
                  </a:cubicBezTo>
                  <a:cubicBezTo>
                    <a:pt x="172" y="1805"/>
                    <a:pt x="1" y="3179"/>
                    <a:pt x="373" y="4925"/>
                  </a:cubicBezTo>
                  <a:cubicBezTo>
                    <a:pt x="630" y="6270"/>
                    <a:pt x="945" y="7701"/>
                    <a:pt x="1403" y="9160"/>
                  </a:cubicBezTo>
                  <a:lnTo>
                    <a:pt x="1889" y="9017"/>
                  </a:lnTo>
                  <a:cubicBezTo>
                    <a:pt x="1460" y="7586"/>
                    <a:pt x="1145" y="6155"/>
                    <a:pt x="859" y="4839"/>
                  </a:cubicBezTo>
                  <a:cubicBezTo>
                    <a:pt x="544" y="3236"/>
                    <a:pt x="659" y="1977"/>
                    <a:pt x="1260" y="1262"/>
                  </a:cubicBezTo>
                  <a:cubicBezTo>
                    <a:pt x="1695" y="772"/>
                    <a:pt x="2311" y="515"/>
                    <a:pt x="2960" y="515"/>
                  </a:cubicBezTo>
                  <a:cubicBezTo>
                    <a:pt x="2994" y="515"/>
                    <a:pt x="3028" y="516"/>
                    <a:pt x="3063" y="517"/>
                  </a:cubicBezTo>
                  <a:lnTo>
                    <a:pt x="3063" y="2"/>
                  </a:lnTo>
                  <a:cubicBezTo>
                    <a:pt x="3031" y="1"/>
                    <a:pt x="2999" y="1"/>
                    <a:pt x="29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6932170" y="1814987"/>
              <a:ext cx="759587" cy="478844"/>
            </a:xfrm>
            <a:custGeom>
              <a:rect b="b" l="l" r="r" t="t"/>
              <a:pathLst>
                <a:path extrusionOk="0" h="6640" w="10533">
                  <a:moveTo>
                    <a:pt x="974" y="0"/>
                  </a:moveTo>
                  <a:lnTo>
                    <a:pt x="1" y="286"/>
                  </a:lnTo>
                  <a:cubicBezTo>
                    <a:pt x="1317" y="4551"/>
                    <a:pt x="3006" y="6611"/>
                    <a:pt x="5210" y="6640"/>
                  </a:cubicBezTo>
                  <a:cubicBezTo>
                    <a:pt x="5381" y="6640"/>
                    <a:pt x="5582" y="6640"/>
                    <a:pt x="5782" y="6583"/>
                  </a:cubicBezTo>
                  <a:cubicBezTo>
                    <a:pt x="7700" y="6296"/>
                    <a:pt x="9274" y="4236"/>
                    <a:pt x="10533" y="372"/>
                  </a:cubicBezTo>
                  <a:lnTo>
                    <a:pt x="9560" y="57"/>
                  </a:lnTo>
                  <a:cubicBezTo>
                    <a:pt x="8367" y="3750"/>
                    <a:pt x="6892" y="5610"/>
                    <a:pt x="5247" y="5610"/>
                  </a:cubicBezTo>
                  <a:cubicBezTo>
                    <a:pt x="5235" y="5610"/>
                    <a:pt x="5222" y="5610"/>
                    <a:pt x="5210" y="5610"/>
                  </a:cubicBezTo>
                  <a:cubicBezTo>
                    <a:pt x="3550" y="5610"/>
                    <a:pt x="2119" y="3721"/>
                    <a:pt x="974" y="0"/>
                  </a:cubicBezTo>
                  <a:close/>
                </a:path>
              </a:pathLst>
            </a:custGeom>
            <a:solidFill>
              <a:srgbClr val="2F4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7565838" y="1173024"/>
              <a:ext cx="216778" cy="664684"/>
            </a:xfrm>
            <a:custGeom>
              <a:rect b="b" l="l" r="r" t="t"/>
              <a:pathLst>
                <a:path extrusionOk="0" h="9217" w="3006">
                  <a:moveTo>
                    <a:pt x="89" y="0"/>
                  </a:moveTo>
                  <a:cubicBezTo>
                    <a:pt x="60" y="0"/>
                    <a:pt x="30" y="1"/>
                    <a:pt x="0" y="2"/>
                  </a:cubicBezTo>
                  <a:lnTo>
                    <a:pt x="0" y="517"/>
                  </a:lnTo>
                  <a:cubicBezTo>
                    <a:pt x="32" y="515"/>
                    <a:pt x="63" y="515"/>
                    <a:pt x="94" y="515"/>
                  </a:cubicBezTo>
                  <a:cubicBezTo>
                    <a:pt x="747" y="515"/>
                    <a:pt x="1365" y="798"/>
                    <a:pt x="1774" y="1289"/>
                  </a:cubicBezTo>
                  <a:cubicBezTo>
                    <a:pt x="2375" y="2062"/>
                    <a:pt x="2490" y="3293"/>
                    <a:pt x="2147" y="4867"/>
                  </a:cubicBezTo>
                  <a:cubicBezTo>
                    <a:pt x="1832" y="6183"/>
                    <a:pt x="1488" y="7614"/>
                    <a:pt x="1030" y="9045"/>
                  </a:cubicBezTo>
                  <a:lnTo>
                    <a:pt x="1488" y="9217"/>
                  </a:lnTo>
                  <a:cubicBezTo>
                    <a:pt x="1975" y="7757"/>
                    <a:pt x="2318" y="6326"/>
                    <a:pt x="2604" y="4981"/>
                  </a:cubicBezTo>
                  <a:cubicBezTo>
                    <a:pt x="3005" y="3236"/>
                    <a:pt x="2862" y="1862"/>
                    <a:pt x="2175" y="975"/>
                  </a:cubicBezTo>
                  <a:cubicBezTo>
                    <a:pt x="1651" y="368"/>
                    <a:pt x="887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002410" y="1152471"/>
              <a:ext cx="66057" cy="84663"/>
            </a:xfrm>
            <a:custGeom>
              <a:rect b="b" l="l" r="r" t="t"/>
              <a:pathLst>
                <a:path extrusionOk="0" h="1174" w="916">
                  <a:moveTo>
                    <a:pt x="744" y="0"/>
                  </a:moveTo>
                  <a:lnTo>
                    <a:pt x="0" y="115"/>
                  </a:lnTo>
                  <a:lnTo>
                    <a:pt x="143" y="1174"/>
                  </a:lnTo>
                  <a:lnTo>
                    <a:pt x="916" y="1031"/>
                  </a:lnTo>
                  <a:lnTo>
                    <a:pt x="744" y="0"/>
                  </a:lnTo>
                  <a:close/>
                </a:path>
              </a:pathLst>
            </a:custGeom>
            <a:solidFill>
              <a:srgbClr val="2F4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7056063" y="1115044"/>
              <a:ext cx="165143" cy="134711"/>
            </a:xfrm>
            <a:custGeom>
              <a:rect b="b" l="l" r="r" t="t"/>
              <a:pathLst>
                <a:path extrusionOk="0" h="1868" w="2290">
                  <a:moveTo>
                    <a:pt x="721" y="0"/>
                  </a:moveTo>
                  <a:cubicBezTo>
                    <a:pt x="467" y="0"/>
                    <a:pt x="233" y="131"/>
                    <a:pt x="0" y="519"/>
                  </a:cubicBezTo>
                  <a:lnTo>
                    <a:pt x="57" y="806"/>
                  </a:lnTo>
                  <a:lnTo>
                    <a:pt x="115" y="1235"/>
                  </a:lnTo>
                  <a:lnTo>
                    <a:pt x="172" y="1550"/>
                  </a:lnTo>
                  <a:cubicBezTo>
                    <a:pt x="420" y="1779"/>
                    <a:pt x="630" y="1868"/>
                    <a:pt x="818" y="1868"/>
                  </a:cubicBezTo>
                  <a:cubicBezTo>
                    <a:pt x="913" y="1868"/>
                    <a:pt x="1002" y="1845"/>
                    <a:pt x="1088" y="1807"/>
                  </a:cubicBezTo>
                  <a:cubicBezTo>
                    <a:pt x="1345" y="1664"/>
                    <a:pt x="2232" y="1263"/>
                    <a:pt x="2290" y="777"/>
                  </a:cubicBezTo>
                  <a:cubicBezTo>
                    <a:pt x="2290" y="748"/>
                    <a:pt x="2290" y="720"/>
                    <a:pt x="2290" y="691"/>
                  </a:cubicBezTo>
                  <a:cubicBezTo>
                    <a:pt x="2290" y="662"/>
                    <a:pt x="2261" y="634"/>
                    <a:pt x="2261" y="605"/>
                  </a:cubicBezTo>
                  <a:cubicBezTo>
                    <a:pt x="2061" y="147"/>
                    <a:pt x="1088" y="33"/>
                    <a:pt x="801" y="4"/>
                  </a:cubicBezTo>
                  <a:cubicBezTo>
                    <a:pt x="774" y="2"/>
                    <a:pt x="748" y="0"/>
                    <a:pt x="721" y="0"/>
                  </a:cubicBezTo>
                  <a:close/>
                </a:path>
              </a:pathLst>
            </a:custGeom>
            <a:solidFill>
              <a:srgbClr val="7EA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7072577" y="1060525"/>
              <a:ext cx="288965" cy="163268"/>
            </a:xfrm>
            <a:custGeom>
              <a:rect b="b" l="l" r="r" t="t"/>
              <a:pathLst>
                <a:path extrusionOk="0" h="2264" w="4007">
                  <a:moveTo>
                    <a:pt x="2369" y="1"/>
                  </a:moveTo>
                  <a:cubicBezTo>
                    <a:pt x="2196" y="1"/>
                    <a:pt x="2016" y="15"/>
                    <a:pt x="1832" y="45"/>
                  </a:cubicBezTo>
                  <a:cubicBezTo>
                    <a:pt x="773" y="188"/>
                    <a:pt x="0" y="817"/>
                    <a:pt x="115" y="1447"/>
                  </a:cubicBezTo>
                  <a:cubicBezTo>
                    <a:pt x="185" y="1943"/>
                    <a:pt x="842" y="2264"/>
                    <a:pt x="1648" y="2264"/>
                  </a:cubicBezTo>
                  <a:cubicBezTo>
                    <a:pt x="1819" y="2264"/>
                    <a:pt x="1996" y="2250"/>
                    <a:pt x="2175" y="2220"/>
                  </a:cubicBezTo>
                  <a:cubicBezTo>
                    <a:pt x="3234" y="2077"/>
                    <a:pt x="4007" y="1447"/>
                    <a:pt x="3892" y="817"/>
                  </a:cubicBezTo>
                  <a:cubicBezTo>
                    <a:pt x="3821" y="321"/>
                    <a:pt x="3185" y="1"/>
                    <a:pt x="2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7569948" y="1150380"/>
              <a:ext cx="66129" cy="84735"/>
            </a:xfrm>
            <a:custGeom>
              <a:rect b="b" l="l" r="r" t="t"/>
              <a:pathLst>
                <a:path extrusionOk="0" h="1175" w="917">
                  <a:moveTo>
                    <a:pt x="172" y="1"/>
                  </a:moveTo>
                  <a:lnTo>
                    <a:pt x="0" y="1060"/>
                  </a:lnTo>
                  <a:lnTo>
                    <a:pt x="773" y="1174"/>
                  </a:lnTo>
                  <a:lnTo>
                    <a:pt x="916" y="115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2F4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7417211" y="1115044"/>
              <a:ext cx="163124" cy="134278"/>
            </a:xfrm>
            <a:custGeom>
              <a:rect b="b" l="l" r="r" t="t"/>
              <a:pathLst>
                <a:path extrusionOk="0" h="1862" w="2262">
                  <a:moveTo>
                    <a:pt x="1541" y="0"/>
                  </a:moveTo>
                  <a:cubicBezTo>
                    <a:pt x="1514" y="0"/>
                    <a:pt x="1487" y="1"/>
                    <a:pt x="1460" y="4"/>
                  </a:cubicBezTo>
                  <a:cubicBezTo>
                    <a:pt x="1203" y="33"/>
                    <a:pt x="229" y="176"/>
                    <a:pt x="29" y="634"/>
                  </a:cubicBezTo>
                  <a:cubicBezTo>
                    <a:pt x="1" y="662"/>
                    <a:pt x="1" y="662"/>
                    <a:pt x="1" y="691"/>
                  </a:cubicBezTo>
                  <a:cubicBezTo>
                    <a:pt x="1" y="720"/>
                    <a:pt x="1" y="748"/>
                    <a:pt x="1" y="777"/>
                  </a:cubicBezTo>
                  <a:cubicBezTo>
                    <a:pt x="58" y="1292"/>
                    <a:pt x="945" y="1693"/>
                    <a:pt x="1203" y="1807"/>
                  </a:cubicBezTo>
                  <a:cubicBezTo>
                    <a:pt x="1291" y="1843"/>
                    <a:pt x="1380" y="1862"/>
                    <a:pt x="1470" y="1862"/>
                  </a:cubicBezTo>
                  <a:cubicBezTo>
                    <a:pt x="1671" y="1862"/>
                    <a:pt x="1881" y="1767"/>
                    <a:pt x="2118" y="1550"/>
                  </a:cubicBezTo>
                  <a:lnTo>
                    <a:pt x="2176" y="1235"/>
                  </a:lnTo>
                  <a:lnTo>
                    <a:pt x="2233" y="806"/>
                  </a:lnTo>
                  <a:lnTo>
                    <a:pt x="2261" y="491"/>
                  </a:lnTo>
                  <a:cubicBezTo>
                    <a:pt x="2028" y="128"/>
                    <a:pt x="1795" y="0"/>
                    <a:pt x="1541" y="0"/>
                  </a:cubicBezTo>
                  <a:close/>
                </a:path>
              </a:pathLst>
            </a:custGeom>
            <a:solidFill>
              <a:srgbClr val="7EA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7276876" y="1061535"/>
              <a:ext cx="286946" cy="164206"/>
            </a:xfrm>
            <a:custGeom>
              <a:rect b="b" l="l" r="r" t="t"/>
              <a:pathLst>
                <a:path extrusionOk="0" h="2277" w="3979">
                  <a:moveTo>
                    <a:pt x="1707" y="0"/>
                  </a:moveTo>
                  <a:cubicBezTo>
                    <a:pt x="861" y="0"/>
                    <a:pt x="160" y="347"/>
                    <a:pt x="86" y="861"/>
                  </a:cubicBezTo>
                  <a:cubicBezTo>
                    <a:pt x="0" y="1462"/>
                    <a:pt x="773" y="2091"/>
                    <a:pt x="1832" y="2234"/>
                  </a:cubicBezTo>
                  <a:cubicBezTo>
                    <a:pt x="2007" y="2263"/>
                    <a:pt x="2178" y="2276"/>
                    <a:pt x="2342" y="2276"/>
                  </a:cubicBezTo>
                  <a:cubicBezTo>
                    <a:pt x="3171" y="2276"/>
                    <a:pt x="3821" y="1930"/>
                    <a:pt x="3893" y="1404"/>
                  </a:cubicBezTo>
                  <a:cubicBezTo>
                    <a:pt x="3978" y="803"/>
                    <a:pt x="3206" y="202"/>
                    <a:pt x="2147" y="31"/>
                  </a:cubicBezTo>
                  <a:cubicBezTo>
                    <a:pt x="1998" y="10"/>
                    <a:pt x="1850" y="0"/>
                    <a:pt x="17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4913765" y="1955394"/>
              <a:ext cx="217066" cy="179638"/>
            </a:xfrm>
            <a:custGeom>
              <a:rect b="b" l="l" r="r" t="t"/>
              <a:pathLst>
                <a:path extrusionOk="0" h="2491" w="3010">
                  <a:moveTo>
                    <a:pt x="1603" y="0"/>
                  </a:moveTo>
                  <a:cubicBezTo>
                    <a:pt x="1517" y="0"/>
                    <a:pt x="1431" y="9"/>
                    <a:pt x="1346" y="28"/>
                  </a:cubicBezTo>
                  <a:cubicBezTo>
                    <a:pt x="258" y="285"/>
                    <a:pt x="0" y="1688"/>
                    <a:pt x="945" y="2289"/>
                  </a:cubicBezTo>
                  <a:cubicBezTo>
                    <a:pt x="1164" y="2428"/>
                    <a:pt x="1396" y="2491"/>
                    <a:pt x="1619" y="2491"/>
                  </a:cubicBezTo>
                  <a:cubicBezTo>
                    <a:pt x="2358" y="2491"/>
                    <a:pt x="3010" y="1807"/>
                    <a:pt x="2834" y="972"/>
                  </a:cubicBezTo>
                  <a:cubicBezTo>
                    <a:pt x="2709" y="400"/>
                    <a:pt x="2173" y="0"/>
                    <a:pt x="1603" y="0"/>
                  </a:cubicBezTo>
                  <a:close/>
                </a:path>
              </a:pathLst>
            </a:custGeom>
            <a:solidFill>
              <a:srgbClr val="2F4A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841025" y="32922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4878250" y="797225"/>
            <a:ext cx="2775600" cy="96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Weekly time series</a:t>
            </a:r>
            <a:r>
              <a:rPr b="1" baseline="30000"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1,2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of exposure to lead from tooth formation to the natural shedding of the tooth.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550" y="1330650"/>
            <a:ext cx="1541750" cy="19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232375" y="3230963"/>
            <a:ext cx="1731300" cy="468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Lead Exposure</a:t>
            </a:r>
            <a:endParaRPr b="1"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3493050" y="2394675"/>
            <a:ext cx="1784100" cy="71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Tooth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dentine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mineralization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and lead burden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3493050" y="3816450"/>
            <a:ext cx="1784100" cy="718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Umbilical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cord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blood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lead 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" name="Google Shape;88;p14"/>
          <p:cNvCxnSpPr/>
          <p:nvPr/>
        </p:nvCxnSpPr>
        <p:spPr>
          <a:xfrm rot="10800000">
            <a:off x="4387181" y="1280744"/>
            <a:ext cx="1800" cy="11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4"/>
          <p:cNvCxnSpPr/>
          <p:nvPr/>
        </p:nvCxnSpPr>
        <p:spPr>
          <a:xfrm flipH="1" rot="10800000">
            <a:off x="4387192" y="1280649"/>
            <a:ext cx="4938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4"/>
          <p:cNvCxnSpPr>
            <a:stCxn id="85" idx="3"/>
          </p:cNvCxnSpPr>
          <p:nvPr/>
        </p:nvCxnSpPr>
        <p:spPr>
          <a:xfrm flipH="1" rot="10800000">
            <a:off x="1963675" y="3462863"/>
            <a:ext cx="7734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4"/>
          <p:cNvCxnSpPr/>
          <p:nvPr/>
        </p:nvCxnSpPr>
        <p:spPr>
          <a:xfrm rot="10800000">
            <a:off x="2733750" y="2754075"/>
            <a:ext cx="0" cy="7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4"/>
          <p:cNvCxnSpPr/>
          <p:nvPr/>
        </p:nvCxnSpPr>
        <p:spPr>
          <a:xfrm rot="10800000">
            <a:off x="2733750" y="3457050"/>
            <a:ext cx="0" cy="7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4"/>
          <p:cNvCxnSpPr>
            <a:endCxn id="86" idx="1"/>
          </p:cNvCxnSpPr>
          <p:nvPr/>
        </p:nvCxnSpPr>
        <p:spPr>
          <a:xfrm flipH="1" rot="10800000">
            <a:off x="2737050" y="2754075"/>
            <a:ext cx="7560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4"/>
          <p:cNvCxnSpPr>
            <a:endCxn id="87" idx="1"/>
          </p:cNvCxnSpPr>
          <p:nvPr/>
        </p:nvCxnSpPr>
        <p:spPr>
          <a:xfrm>
            <a:off x="2737050" y="4171650"/>
            <a:ext cx="7560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4"/>
          <p:cNvCxnSpPr>
            <a:stCxn id="87" idx="3"/>
          </p:cNvCxnSpPr>
          <p:nvPr/>
        </p:nvCxnSpPr>
        <p:spPr>
          <a:xfrm flipH="1" rot="10800000">
            <a:off x="5277150" y="4165950"/>
            <a:ext cx="9096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4"/>
          <p:cNvSpPr txBox="1"/>
          <p:nvPr/>
        </p:nvSpPr>
        <p:spPr>
          <a:xfrm>
            <a:off x="6186750" y="3936900"/>
            <a:ext cx="2002800" cy="5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Measured at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birth 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μg/L)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32375" y="1761725"/>
            <a:ext cx="1731300" cy="992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Mothers transferring toxicity (</a:t>
            </a:r>
            <a:r>
              <a:rPr i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 utero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i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ex utero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32375" y="4175850"/>
            <a:ext cx="1731300" cy="553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Early childhood 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" name="Google Shape;99;p14"/>
          <p:cNvCxnSpPr>
            <a:stCxn id="98" idx="0"/>
            <a:endCxn id="85" idx="2"/>
          </p:cNvCxnSpPr>
          <p:nvPr/>
        </p:nvCxnSpPr>
        <p:spPr>
          <a:xfrm rot="10800000">
            <a:off x="1098025" y="3698850"/>
            <a:ext cx="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4"/>
          <p:cNvCxnSpPr>
            <a:stCxn id="97" idx="2"/>
            <a:endCxn id="85" idx="0"/>
          </p:cNvCxnSpPr>
          <p:nvPr/>
        </p:nvCxnSpPr>
        <p:spPr>
          <a:xfrm>
            <a:off x="1098025" y="2754125"/>
            <a:ext cx="0" cy="4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4"/>
          <p:cNvSpPr txBox="1"/>
          <p:nvPr/>
        </p:nvSpPr>
        <p:spPr>
          <a:xfrm>
            <a:off x="420875" y="1052175"/>
            <a:ext cx="36549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Exposure to lead and lead burden</a:t>
            </a:r>
            <a:endParaRPr sz="18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838125" y="3680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Aims of the Project</a:t>
            </a:r>
            <a:endParaRPr/>
          </a:p>
        </p:txBody>
      </p:sp>
      <p:sp>
        <p:nvSpPr>
          <p:cNvPr id="107" name="Google Shape;107;p15"/>
          <p:cNvSpPr txBox="1"/>
          <p:nvPr>
            <p:ph idx="1" type="subTitle"/>
          </p:nvPr>
        </p:nvSpPr>
        <p:spPr>
          <a:xfrm>
            <a:off x="723825" y="1025825"/>
            <a:ext cx="7107000" cy="39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5740" lvl="0" marL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400"/>
              <a:t>Predict</a:t>
            </a:r>
            <a:r>
              <a:rPr lang="en" sz="1400"/>
              <a:t> </a:t>
            </a:r>
            <a:r>
              <a:rPr lang="en" sz="1400"/>
              <a:t>lead levels in cord blood from the lead levels measured in dentine of deciduous teeth </a:t>
            </a:r>
            <a:endParaRPr sz="1400"/>
          </a:p>
          <a:p>
            <a:pPr indent="-205740" lvl="0" marL="18288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 sz="1400"/>
              <a:t>Assess</a:t>
            </a:r>
            <a:r>
              <a:rPr lang="en" sz="1400"/>
              <a:t> the timepoints that better reflect the lead levels at birth</a:t>
            </a:r>
            <a:endParaRPr sz="1400"/>
          </a:p>
          <a:p>
            <a:pPr indent="0" lvl="0" marL="18288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18288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205740" lvl="0" marL="18288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400"/>
              <a:t>Duplex</a:t>
            </a:r>
            <a:r>
              <a:rPr lang="en" sz="1400"/>
              <a:t> analysis: 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18288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274320" lvl="0" marL="246888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1400"/>
              <a:t>No toxicity threshold for dentine lead levels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108" name="Google Shape;108;p15"/>
          <p:cNvGrpSpPr/>
          <p:nvPr/>
        </p:nvGrpSpPr>
        <p:grpSpPr>
          <a:xfrm>
            <a:off x="2652950" y="2690113"/>
            <a:ext cx="4663675" cy="620325"/>
            <a:chOff x="2652950" y="2687925"/>
            <a:chExt cx="4663675" cy="620325"/>
          </a:xfrm>
        </p:grpSpPr>
        <p:cxnSp>
          <p:nvCxnSpPr>
            <p:cNvPr id="109" name="Google Shape;109;p15"/>
            <p:cNvCxnSpPr/>
            <p:nvPr/>
          </p:nvCxnSpPr>
          <p:spPr>
            <a:xfrm flipH="1" rot="10800000">
              <a:off x="2652950" y="2868750"/>
              <a:ext cx="758400" cy="43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0" name="Google Shape;110;p15"/>
            <p:cNvSpPr txBox="1"/>
            <p:nvPr/>
          </p:nvSpPr>
          <p:spPr>
            <a:xfrm>
              <a:off x="3506625" y="2687925"/>
              <a:ext cx="3810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Continuous</a:t>
              </a:r>
              <a:r>
                <a:rPr lang="en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cord blood lead levels predictions.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2652950" y="3310450"/>
            <a:ext cx="5168700" cy="883125"/>
            <a:chOff x="2652950" y="2760025"/>
            <a:chExt cx="5168700" cy="883125"/>
          </a:xfrm>
        </p:grpSpPr>
        <p:sp>
          <p:nvSpPr>
            <p:cNvPr id="112" name="Google Shape;112;p15"/>
            <p:cNvSpPr txBox="1"/>
            <p:nvPr/>
          </p:nvSpPr>
          <p:spPr>
            <a:xfrm>
              <a:off x="3497450" y="2887750"/>
              <a:ext cx="4324200" cy="75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lang="en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Binary</a:t>
              </a:r>
              <a:r>
                <a:rPr lang="en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predictions: classifying the children in high and low lead levels (35 μg/L, CDC threshold).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13" name="Google Shape;113;p15"/>
            <p:cNvCxnSpPr/>
            <p:nvPr/>
          </p:nvCxnSpPr>
          <p:spPr>
            <a:xfrm>
              <a:off x="2652950" y="2760025"/>
              <a:ext cx="844500" cy="30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14" name="Google Shape;114;p15"/>
          <p:cNvCxnSpPr/>
          <p:nvPr/>
        </p:nvCxnSpPr>
        <p:spPr>
          <a:xfrm rot="55443">
            <a:off x="5618956" y="3987836"/>
            <a:ext cx="18602" cy="5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819075" y="3694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pre-processing: Sample selection</a:t>
            </a:r>
            <a:endParaRPr/>
          </a:p>
        </p:txBody>
      </p:sp>
      <p:grpSp>
        <p:nvGrpSpPr>
          <p:cNvPr id="120" name="Google Shape;120;p16"/>
          <p:cNvGrpSpPr/>
          <p:nvPr/>
        </p:nvGrpSpPr>
        <p:grpSpPr>
          <a:xfrm>
            <a:off x="3014779" y="1328000"/>
            <a:ext cx="5322976" cy="3286125"/>
            <a:chOff x="3014779" y="1328000"/>
            <a:chExt cx="5322976" cy="3286125"/>
          </a:xfrm>
        </p:grpSpPr>
        <p:pic>
          <p:nvPicPr>
            <p:cNvPr id="121" name="Google Shape;121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14779" y="1328000"/>
              <a:ext cx="5322976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6"/>
            <p:cNvSpPr txBox="1"/>
            <p:nvPr/>
          </p:nvSpPr>
          <p:spPr>
            <a:xfrm>
              <a:off x="3947075" y="3086100"/>
              <a:ext cx="4083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-16</a:t>
              </a:r>
              <a:endPara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5452375" y="3086100"/>
              <a:ext cx="5430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14</a:t>
              </a:r>
              <a:endPara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4" name="Google Shape;124;p16"/>
          <p:cNvSpPr txBox="1"/>
          <p:nvPr/>
        </p:nvSpPr>
        <p:spPr>
          <a:xfrm>
            <a:off x="464825" y="1020625"/>
            <a:ext cx="2071500" cy="64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948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mother-child pairs involved in the PROGRESS study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64825" y="1850650"/>
            <a:ext cx="2071500" cy="468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489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children with dentine lead levels data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469925" y="2548638"/>
            <a:ext cx="2071500" cy="468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481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children with &lt; 25% missing values in [-16, 14]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64825" y="3246613"/>
            <a:ext cx="2071500" cy="52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259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children with cord blood lead levels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64825" y="4234875"/>
            <a:ext cx="2081700" cy="52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258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children in the main analysis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2223125" y="3857000"/>
            <a:ext cx="753300" cy="293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outlier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0" name="Google Shape;130;p16"/>
          <p:cNvCxnSpPr>
            <a:stCxn id="124" idx="2"/>
            <a:endCxn id="125" idx="0"/>
          </p:cNvCxnSpPr>
          <p:nvPr/>
        </p:nvCxnSpPr>
        <p:spPr>
          <a:xfrm>
            <a:off x="1500575" y="1667425"/>
            <a:ext cx="0" cy="18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6"/>
          <p:cNvCxnSpPr>
            <a:stCxn id="125" idx="2"/>
            <a:endCxn id="126" idx="0"/>
          </p:cNvCxnSpPr>
          <p:nvPr/>
        </p:nvCxnSpPr>
        <p:spPr>
          <a:xfrm>
            <a:off x="1500575" y="2318650"/>
            <a:ext cx="510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6"/>
          <p:cNvCxnSpPr>
            <a:stCxn id="126" idx="2"/>
            <a:endCxn id="127" idx="0"/>
          </p:cNvCxnSpPr>
          <p:nvPr/>
        </p:nvCxnSpPr>
        <p:spPr>
          <a:xfrm flipH="1">
            <a:off x="1500575" y="3016638"/>
            <a:ext cx="510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6"/>
          <p:cNvCxnSpPr>
            <a:stCxn id="127" idx="2"/>
            <a:endCxn id="128" idx="0"/>
          </p:cNvCxnSpPr>
          <p:nvPr/>
        </p:nvCxnSpPr>
        <p:spPr>
          <a:xfrm>
            <a:off x="1500575" y="3772213"/>
            <a:ext cx="5100" cy="4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6"/>
          <p:cNvCxnSpPr>
            <a:stCxn id="129" idx="1"/>
          </p:cNvCxnSpPr>
          <p:nvPr/>
        </p:nvCxnSpPr>
        <p:spPr>
          <a:xfrm flipH="1">
            <a:off x="1512725" y="4003550"/>
            <a:ext cx="7104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title"/>
          </p:nvPr>
        </p:nvSpPr>
        <p:spPr>
          <a:xfrm>
            <a:off x="828600" y="41702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pre-processing: Exploratory Analysis</a:t>
            </a:r>
            <a:endParaRPr/>
          </a:p>
        </p:txBody>
      </p:sp>
      <p:cxnSp>
        <p:nvCxnSpPr>
          <p:cNvPr id="140" name="Google Shape;140;p17"/>
          <p:cNvCxnSpPr/>
          <p:nvPr/>
        </p:nvCxnSpPr>
        <p:spPr>
          <a:xfrm flipH="1">
            <a:off x="4616200" y="1315225"/>
            <a:ext cx="15300" cy="329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7"/>
          <p:cNvSpPr txBox="1"/>
          <p:nvPr/>
        </p:nvSpPr>
        <p:spPr>
          <a:xfrm>
            <a:off x="171450" y="1315225"/>
            <a:ext cx="40482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Log-2 transformation</a:t>
            </a: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of lead levels: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Normality of the outcome (cord blood);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Interpretation of the exposure (dentine).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4826" l="0" r="7373" t="6458"/>
          <a:stretch/>
        </p:blipFill>
        <p:spPr>
          <a:xfrm>
            <a:off x="551857" y="2474773"/>
            <a:ext cx="3667801" cy="21655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17"/>
          <p:cNvGraphicFramePr/>
          <p:nvPr/>
        </p:nvGraphicFramePr>
        <p:xfrm>
          <a:off x="5034700" y="391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{75307413-764D-4607-A09A-1AC17E03A6D6}</a:tableStyleId>
              </a:tblPr>
              <a:tblGrid>
                <a:gridCol w="1367000"/>
                <a:gridCol w="938375"/>
                <a:gridCol w="1203925"/>
              </a:tblGrid>
              <a:tr h="2096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Cord Blood Lead Levels (μg/L)</a:t>
                      </a:r>
                      <a:endParaRPr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33.5 (25.6)</a:t>
                      </a:r>
                      <a:endParaRPr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6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Log-2 Cord Blood Lead Levels </a:t>
                      </a:r>
                      <a:endParaRPr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4.73 (0.983)</a:t>
                      </a:r>
                      <a:endParaRPr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6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Cord Blood Lead Levels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(&gt;35 μg/L)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 (32.6%)</a:t>
                      </a:r>
                      <a:endParaRPr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6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(≤ 35 μg/L)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174 (67.4%)</a:t>
                      </a:r>
                      <a:endParaRPr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" name="Google Shape;144;p17"/>
          <p:cNvGraphicFramePr/>
          <p:nvPr/>
        </p:nvGraphicFramePr>
        <p:xfrm>
          <a:off x="5028038" y="137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{75307413-764D-4607-A09A-1AC17E03A6D6}</a:tableStyleId>
              </a:tblPr>
              <a:tblGrid>
                <a:gridCol w="1336475"/>
                <a:gridCol w="975550"/>
                <a:gridCol w="1203925"/>
              </a:tblGrid>
              <a:tr h="4182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PROGRESS Participants Characteristics</a:t>
                      </a:r>
                      <a:endParaRPr b="1" sz="12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(SD) or N (%)</a:t>
                      </a:r>
                      <a:endParaRPr b="1" sz="12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025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Socio-Economic Status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1 - Low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137 (53.1%)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2 - Medium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 (36.4%)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2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High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 (10.5%)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0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Second-hand smoke exposure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169 (65.5%)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3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 (34.5%)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0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Gender of the child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147 (57.0%)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Female</a:t>
                      </a:r>
                      <a:endParaRPr i="1" sz="1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111 (43.0%)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0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Maternal age (years)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28.7 (5.6)</a:t>
                      </a:r>
                      <a:endParaRPr sz="11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866775" y="37512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Deciduous</a:t>
            </a:r>
            <a:r>
              <a:rPr lang="en"/>
              <a:t> teeth: Dentine Lead Levels</a:t>
            </a:r>
            <a:endParaRPr/>
          </a:p>
        </p:txBody>
      </p:sp>
      <p:pic>
        <p:nvPicPr>
          <p:cNvPr id="150" name="Google Shape;150;p18"/>
          <p:cNvPicPr preferRelativeResize="0"/>
          <p:nvPr/>
        </p:nvPicPr>
        <p:blipFill rotWithShape="1">
          <a:blip r:embed="rId3">
            <a:alphaModFix/>
          </a:blip>
          <a:srcRect b="4769" l="0" r="4924" t="5415"/>
          <a:stretch/>
        </p:blipFill>
        <p:spPr>
          <a:xfrm>
            <a:off x="250583" y="1554334"/>
            <a:ext cx="4292040" cy="262958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4791800" y="1836800"/>
            <a:ext cx="3958800" cy="21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Missing Value imputation: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Copy Mean</a:t>
            </a:r>
            <a:r>
              <a:rPr b="1" baseline="30000"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baseline="30000"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AutoNum type="alphaLcPeriod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Population mean 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AutoNum type="alphaLcPeriod"/>
            </a:pP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linear interpolation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 parallel, we considered narrowing the temporal span from 8 weeks before to 8 weeks after birth (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17 weeks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). 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838125" y="3694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Methods: Super Learner</a:t>
            </a:r>
            <a:r>
              <a:rPr b="1" baseline="30000" lang="en" sz="1800">
                <a:solidFill>
                  <a:schemeClr val="lt2"/>
                </a:solidFill>
              </a:rPr>
              <a:t>4</a:t>
            </a:r>
            <a:endParaRPr b="1" baseline="30000" sz="1800">
              <a:solidFill>
                <a:schemeClr val="lt2"/>
              </a:solidFill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838125" y="3781525"/>
            <a:ext cx="196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8 different settings</a:t>
            </a:r>
            <a:endParaRPr b="1"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876600" y="2524525"/>
            <a:ext cx="196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Small sample size</a:t>
            </a:r>
            <a:endParaRPr b="1"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3467100" y="3409950"/>
            <a:ext cx="56007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Considered both the 31-week and 17-week model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Dentine lead levels (Exposure):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Major predictors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Consecutive difference of exposure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Unscaled and scaled continuous covariates (exposure and mother’s age)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3467100" y="2276550"/>
            <a:ext cx="54768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Training set (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80%</a:t>
            </a: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): 206 - Testing set (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20%</a:t>
            </a: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): 52 subjects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5-fold Cross-Validation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100 iterations: average MSE and AUC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2800425" y="2654875"/>
            <a:ext cx="481200" cy="11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2800425" y="3911875"/>
            <a:ext cx="481200" cy="11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201500" y="1172300"/>
            <a:ext cx="1181400" cy="952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Ensemble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prediction algorithm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2031725" y="1190600"/>
            <a:ext cx="1706400" cy="91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Collection of candidate learners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Learning data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4368675" y="1190600"/>
            <a:ext cx="2024100" cy="91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egression of the outcome on the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Cross Validated Predictions</a:t>
            </a:r>
            <a:endParaRPr b="1"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997225" y="1190600"/>
            <a:ext cx="1962300" cy="91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Weights of 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ensemble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prediction (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Linear Combination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7" name="Google Shape;167;p19"/>
          <p:cNvCxnSpPr>
            <a:stCxn id="163" idx="3"/>
            <a:endCxn id="164" idx="1"/>
          </p:cNvCxnSpPr>
          <p:nvPr/>
        </p:nvCxnSpPr>
        <p:spPr>
          <a:xfrm>
            <a:off x="1382900" y="1648700"/>
            <a:ext cx="6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9"/>
          <p:cNvCxnSpPr>
            <a:stCxn id="164" idx="3"/>
            <a:endCxn id="165" idx="1"/>
          </p:cNvCxnSpPr>
          <p:nvPr/>
        </p:nvCxnSpPr>
        <p:spPr>
          <a:xfrm>
            <a:off x="3738125" y="1648700"/>
            <a:ext cx="63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9"/>
          <p:cNvCxnSpPr>
            <a:stCxn id="165" idx="3"/>
            <a:endCxn id="166" idx="1"/>
          </p:cNvCxnSpPr>
          <p:nvPr/>
        </p:nvCxnSpPr>
        <p:spPr>
          <a:xfrm>
            <a:off x="6392775" y="1648700"/>
            <a:ext cx="60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9"/>
          <p:cNvCxnSpPr/>
          <p:nvPr/>
        </p:nvCxnSpPr>
        <p:spPr>
          <a:xfrm flipH="1" rot="10800000">
            <a:off x="350750" y="3264380"/>
            <a:ext cx="8604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/>
          <p:nvPr/>
        </p:nvSpPr>
        <p:spPr>
          <a:xfrm rot="6043005">
            <a:off x="-1028778" y="1734823"/>
            <a:ext cx="3487925" cy="2447836"/>
          </a:xfrm>
          <a:custGeom>
            <a:rect b="b" l="l" r="r" t="t"/>
            <a:pathLst>
              <a:path extrusionOk="0" h="84376" w="114897">
                <a:moveTo>
                  <a:pt x="88995" y="0"/>
                </a:moveTo>
                <a:cubicBezTo>
                  <a:pt x="72338" y="0"/>
                  <a:pt x="59181" y="12217"/>
                  <a:pt x="42889" y="13858"/>
                </a:cubicBezTo>
                <a:cubicBezTo>
                  <a:pt x="36658" y="14496"/>
                  <a:pt x="30396" y="14162"/>
                  <a:pt x="24135" y="14557"/>
                </a:cubicBezTo>
                <a:cubicBezTo>
                  <a:pt x="20214" y="14830"/>
                  <a:pt x="16141" y="15438"/>
                  <a:pt x="12858" y="17596"/>
                </a:cubicBezTo>
                <a:cubicBezTo>
                  <a:pt x="8967" y="20150"/>
                  <a:pt x="6779" y="24831"/>
                  <a:pt x="6870" y="29420"/>
                </a:cubicBezTo>
                <a:cubicBezTo>
                  <a:pt x="6992" y="34892"/>
                  <a:pt x="10062" y="38478"/>
                  <a:pt x="13162" y="42642"/>
                </a:cubicBezTo>
                <a:cubicBezTo>
                  <a:pt x="15168" y="45317"/>
                  <a:pt x="16445" y="48570"/>
                  <a:pt x="16688" y="51913"/>
                </a:cubicBezTo>
                <a:cubicBezTo>
                  <a:pt x="16992" y="56290"/>
                  <a:pt x="13709" y="59360"/>
                  <a:pt x="10274" y="61579"/>
                </a:cubicBezTo>
                <a:cubicBezTo>
                  <a:pt x="7600" y="63281"/>
                  <a:pt x="4651" y="64831"/>
                  <a:pt x="2797" y="67384"/>
                </a:cubicBezTo>
                <a:cubicBezTo>
                  <a:pt x="92" y="71093"/>
                  <a:pt x="1" y="76989"/>
                  <a:pt x="3648" y="80151"/>
                </a:cubicBezTo>
                <a:cubicBezTo>
                  <a:pt x="5685" y="81913"/>
                  <a:pt x="8724" y="82096"/>
                  <a:pt x="10426" y="84376"/>
                </a:cubicBezTo>
                <a:lnTo>
                  <a:pt x="16536" y="84376"/>
                </a:lnTo>
                <a:lnTo>
                  <a:pt x="32068" y="84345"/>
                </a:lnTo>
                <a:lnTo>
                  <a:pt x="52859" y="84315"/>
                </a:lnTo>
                <a:lnTo>
                  <a:pt x="74744" y="84254"/>
                </a:lnTo>
                <a:cubicBezTo>
                  <a:pt x="81005" y="84254"/>
                  <a:pt x="87297" y="84224"/>
                  <a:pt x="93559" y="84224"/>
                </a:cubicBezTo>
                <a:cubicBezTo>
                  <a:pt x="96629" y="84224"/>
                  <a:pt x="99729" y="84193"/>
                  <a:pt x="102799" y="84193"/>
                </a:cubicBezTo>
                <a:cubicBezTo>
                  <a:pt x="103538" y="84193"/>
                  <a:pt x="104225" y="84312"/>
                  <a:pt x="104880" y="84312"/>
                </a:cubicBezTo>
                <a:cubicBezTo>
                  <a:pt x="105465" y="84312"/>
                  <a:pt x="106023" y="84217"/>
                  <a:pt x="106568" y="83859"/>
                </a:cubicBezTo>
                <a:cubicBezTo>
                  <a:pt x="106659" y="83768"/>
                  <a:pt x="106750" y="83707"/>
                  <a:pt x="106842" y="83616"/>
                </a:cubicBezTo>
                <a:cubicBezTo>
                  <a:pt x="109243" y="81518"/>
                  <a:pt x="111583" y="78904"/>
                  <a:pt x="112039" y="75622"/>
                </a:cubicBezTo>
                <a:cubicBezTo>
                  <a:pt x="112495" y="72005"/>
                  <a:pt x="110489" y="68752"/>
                  <a:pt x="108240" y="66108"/>
                </a:cubicBezTo>
                <a:cubicBezTo>
                  <a:pt x="106355" y="63919"/>
                  <a:pt x="104197" y="61974"/>
                  <a:pt x="102373" y="59725"/>
                </a:cubicBezTo>
                <a:cubicBezTo>
                  <a:pt x="100519" y="57506"/>
                  <a:pt x="99000" y="54861"/>
                  <a:pt x="98756" y="51974"/>
                </a:cubicBezTo>
                <a:cubicBezTo>
                  <a:pt x="98361" y="47688"/>
                  <a:pt x="100762" y="43797"/>
                  <a:pt x="103559" y="40758"/>
                </a:cubicBezTo>
                <a:cubicBezTo>
                  <a:pt x="108331" y="35560"/>
                  <a:pt x="113103" y="31396"/>
                  <a:pt x="113772" y="23949"/>
                </a:cubicBezTo>
                <a:cubicBezTo>
                  <a:pt x="114896" y="11578"/>
                  <a:pt x="103346" y="1122"/>
                  <a:pt x="91826" y="119"/>
                </a:cubicBezTo>
                <a:cubicBezTo>
                  <a:pt x="90871" y="38"/>
                  <a:pt x="89927" y="0"/>
                  <a:pt x="889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-113025" y="38105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 Learner: Candidate Learners</a:t>
            </a:r>
            <a:endParaRPr/>
          </a:p>
        </p:txBody>
      </p:sp>
      <p:grpSp>
        <p:nvGrpSpPr>
          <p:cNvPr id="177" name="Google Shape;177;p20"/>
          <p:cNvGrpSpPr/>
          <p:nvPr/>
        </p:nvGrpSpPr>
        <p:grpSpPr>
          <a:xfrm>
            <a:off x="3170663" y="1129802"/>
            <a:ext cx="5043712" cy="572700"/>
            <a:chOff x="3382063" y="1220252"/>
            <a:chExt cx="5043712" cy="572700"/>
          </a:xfrm>
        </p:grpSpPr>
        <p:sp>
          <p:nvSpPr>
            <p:cNvPr id="178" name="Google Shape;178;p20"/>
            <p:cNvSpPr txBox="1"/>
            <p:nvPr/>
          </p:nvSpPr>
          <p:spPr>
            <a:xfrm>
              <a:off x="3382063" y="1220252"/>
              <a:ext cx="1364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lata"/>
                  <a:ea typeface="Alata"/>
                  <a:cs typeface="Alata"/>
                  <a:sym typeface="Alata"/>
                </a:rPr>
                <a:t>XGBOOST</a:t>
              </a:r>
              <a:r>
                <a:rPr baseline="30000" lang="en" sz="1000">
                  <a:solidFill>
                    <a:schemeClr val="dk1"/>
                  </a:solidFill>
                  <a:latin typeface="Alata"/>
                  <a:ea typeface="Alata"/>
                  <a:cs typeface="Alata"/>
                  <a:sym typeface="Alata"/>
                </a:rPr>
                <a:t>5</a:t>
              </a:r>
              <a:endParaRPr baseline="30000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4712375" y="1220252"/>
              <a:ext cx="37134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0" name="Google Shape;180;p20"/>
          <p:cNvSpPr txBox="1"/>
          <p:nvPr/>
        </p:nvSpPr>
        <p:spPr>
          <a:xfrm>
            <a:off x="3167776" y="3135108"/>
            <a:ext cx="136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HAL</a:t>
            </a:r>
            <a:endParaRPr sz="18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167775" y="3768913"/>
            <a:ext cx="176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LINEAR MODEL</a:t>
            </a:r>
            <a:endParaRPr sz="18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167763" y="1757808"/>
            <a:ext cx="136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BKMR</a:t>
            </a:r>
            <a:endParaRPr sz="18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167776" y="2501302"/>
            <a:ext cx="136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POLYMARS</a:t>
            </a:r>
            <a:endParaRPr sz="18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591776" y="1187552"/>
            <a:ext cx="457200" cy="45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2591776" y="1873308"/>
            <a:ext cx="457200" cy="45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2591776" y="2559052"/>
            <a:ext cx="457200" cy="45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2591776" y="3244821"/>
            <a:ext cx="457200" cy="45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2583476" y="3840664"/>
            <a:ext cx="457200" cy="45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20"/>
          <p:cNvGrpSpPr/>
          <p:nvPr/>
        </p:nvGrpSpPr>
        <p:grpSpPr>
          <a:xfrm>
            <a:off x="2722252" y="1297468"/>
            <a:ext cx="179648" cy="237361"/>
            <a:chOff x="7793131" y="1863548"/>
            <a:chExt cx="271741" cy="364162"/>
          </a:xfrm>
        </p:grpSpPr>
        <p:sp>
          <p:nvSpPr>
            <p:cNvPr id="190" name="Google Shape;190;p20"/>
            <p:cNvSpPr/>
            <p:nvPr/>
          </p:nvSpPr>
          <p:spPr>
            <a:xfrm>
              <a:off x="7978665" y="2034963"/>
              <a:ext cx="25245" cy="21373"/>
            </a:xfrm>
            <a:custGeom>
              <a:rect b="b" l="l" r="r" t="t"/>
              <a:pathLst>
                <a:path extrusionOk="0" h="1049" w="1239">
                  <a:moveTo>
                    <a:pt x="708" y="0"/>
                  </a:moveTo>
                  <a:cubicBezTo>
                    <a:pt x="241" y="0"/>
                    <a:pt x="0" y="563"/>
                    <a:pt x="338" y="901"/>
                  </a:cubicBezTo>
                  <a:cubicBezTo>
                    <a:pt x="439" y="1003"/>
                    <a:pt x="567" y="1048"/>
                    <a:pt x="693" y="1048"/>
                  </a:cubicBezTo>
                  <a:cubicBezTo>
                    <a:pt x="966" y="1048"/>
                    <a:pt x="1234" y="834"/>
                    <a:pt x="1223" y="515"/>
                  </a:cubicBezTo>
                  <a:cubicBezTo>
                    <a:pt x="1239" y="226"/>
                    <a:pt x="997" y="0"/>
                    <a:pt x="7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7978665" y="2120171"/>
              <a:ext cx="25245" cy="21455"/>
            </a:xfrm>
            <a:custGeom>
              <a:rect b="b" l="l" r="r" t="t"/>
              <a:pathLst>
                <a:path extrusionOk="0" h="1053" w="1239">
                  <a:moveTo>
                    <a:pt x="708" y="1"/>
                  </a:moveTo>
                  <a:cubicBezTo>
                    <a:pt x="241" y="1"/>
                    <a:pt x="0" y="564"/>
                    <a:pt x="338" y="902"/>
                  </a:cubicBezTo>
                  <a:cubicBezTo>
                    <a:pt x="442" y="1006"/>
                    <a:pt x="571" y="1053"/>
                    <a:pt x="698" y="1053"/>
                  </a:cubicBezTo>
                  <a:cubicBezTo>
                    <a:pt x="965" y="1053"/>
                    <a:pt x="1223" y="848"/>
                    <a:pt x="1223" y="532"/>
                  </a:cubicBezTo>
                  <a:cubicBezTo>
                    <a:pt x="1239" y="242"/>
                    <a:pt x="997" y="1"/>
                    <a:pt x="7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7978665" y="1949734"/>
              <a:ext cx="25245" cy="21272"/>
            </a:xfrm>
            <a:custGeom>
              <a:rect b="b" l="l" r="r" t="t"/>
              <a:pathLst>
                <a:path extrusionOk="0" h="1044" w="1239">
                  <a:moveTo>
                    <a:pt x="735" y="0"/>
                  </a:moveTo>
                  <a:cubicBezTo>
                    <a:pt x="726" y="0"/>
                    <a:pt x="717" y="0"/>
                    <a:pt x="708" y="1"/>
                  </a:cubicBezTo>
                  <a:cubicBezTo>
                    <a:pt x="241" y="1"/>
                    <a:pt x="0" y="564"/>
                    <a:pt x="338" y="886"/>
                  </a:cubicBezTo>
                  <a:cubicBezTo>
                    <a:pt x="442" y="995"/>
                    <a:pt x="571" y="1044"/>
                    <a:pt x="699" y="1044"/>
                  </a:cubicBezTo>
                  <a:cubicBezTo>
                    <a:pt x="965" y="1044"/>
                    <a:pt x="1223" y="831"/>
                    <a:pt x="1223" y="516"/>
                  </a:cubicBezTo>
                  <a:cubicBezTo>
                    <a:pt x="1238" y="235"/>
                    <a:pt x="1012" y="0"/>
                    <a:pt x="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7850507" y="2034963"/>
              <a:ext cx="24919" cy="21373"/>
            </a:xfrm>
            <a:custGeom>
              <a:rect b="b" l="l" r="r" t="t"/>
              <a:pathLst>
                <a:path extrusionOk="0" h="1049" w="1223">
                  <a:moveTo>
                    <a:pt x="708" y="0"/>
                  </a:moveTo>
                  <a:cubicBezTo>
                    <a:pt x="225" y="0"/>
                    <a:pt x="0" y="563"/>
                    <a:pt x="322" y="901"/>
                  </a:cubicBezTo>
                  <a:cubicBezTo>
                    <a:pt x="428" y="1003"/>
                    <a:pt x="557" y="1048"/>
                    <a:pt x="684" y="1048"/>
                  </a:cubicBezTo>
                  <a:cubicBezTo>
                    <a:pt x="959" y="1048"/>
                    <a:pt x="1223" y="834"/>
                    <a:pt x="1223" y="515"/>
                  </a:cubicBezTo>
                  <a:cubicBezTo>
                    <a:pt x="1223" y="226"/>
                    <a:pt x="997" y="0"/>
                    <a:pt x="7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7850588" y="1949734"/>
              <a:ext cx="24837" cy="21272"/>
            </a:xfrm>
            <a:custGeom>
              <a:rect b="b" l="l" r="r" t="t"/>
              <a:pathLst>
                <a:path extrusionOk="0" h="1044" w="1219">
                  <a:moveTo>
                    <a:pt x="685" y="1"/>
                  </a:moveTo>
                  <a:cubicBezTo>
                    <a:pt x="231" y="1"/>
                    <a:pt x="1" y="568"/>
                    <a:pt x="334" y="886"/>
                  </a:cubicBezTo>
                  <a:cubicBezTo>
                    <a:pt x="438" y="995"/>
                    <a:pt x="567" y="1044"/>
                    <a:pt x="695" y="1044"/>
                  </a:cubicBezTo>
                  <a:cubicBezTo>
                    <a:pt x="961" y="1044"/>
                    <a:pt x="1219" y="831"/>
                    <a:pt x="1219" y="516"/>
                  </a:cubicBezTo>
                  <a:cubicBezTo>
                    <a:pt x="1219" y="226"/>
                    <a:pt x="993" y="1"/>
                    <a:pt x="704" y="1"/>
                  </a:cubicBezTo>
                  <a:cubicBezTo>
                    <a:pt x="698" y="1"/>
                    <a:pt x="691" y="1"/>
                    <a:pt x="6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7850507" y="2120171"/>
              <a:ext cx="24919" cy="21455"/>
            </a:xfrm>
            <a:custGeom>
              <a:rect b="b" l="l" r="r" t="t"/>
              <a:pathLst>
                <a:path extrusionOk="0" h="1053" w="1223">
                  <a:moveTo>
                    <a:pt x="708" y="1"/>
                  </a:moveTo>
                  <a:cubicBezTo>
                    <a:pt x="225" y="1"/>
                    <a:pt x="0" y="564"/>
                    <a:pt x="322" y="902"/>
                  </a:cubicBezTo>
                  <a:cubicBezTo>
                    <a:pt x="431" y="1006"/>
                    <a:pt x="564" y="1053"/>
                    <a:pt x="694" y="1053"/>
                  </a:cubicBezTo>
                  <a:cubicBezTo>
                    <a:pt x="965" y="1053"/>
                    <a:pt x="1223" y="848"/>
                    <a:pt x="1223" y="532"/>
                  </a:cubicBezTo>
                  <a:cubicBezTo>
                    <a:pt x="1223" y="242"/>
                    <a:pt x="997" y="1"/>
                    <a:pt x="7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7929154" y="1863548"/>
              <a:ext cx="135718" cy="364162"/>
            </a:xfrm>
            <a:custGeom>
              <a:rect b="b" l="l" r="r" t="t"/>
              <a:pathLst>
                <a:path extrusionOk="0" h="17873" w="6661">
                  <a:moveTo>
                    <a:pt x="3122" y="3169"/>
                  </a:moveTo>
                  <a:cubicBezTo>
                    <a:pt x="3925" y="3169"/>
                    <a:pt x="4698" y="3799"/>
                    <a:pt x="4698" y="4746"/>
                  </a:cubicBezTo>
                  <a:cubicBezTo>
                    <a:pt x="4698" y="5614"/>
                    <a:pt x="4007" y="6322"/>
                    <a:pt x="3138" y="6322"/>
                  </a:cubicBezTo>
                  <a:cubicBezTo>
                    <a:pt x="1738" y="6322"/>
                    <a:pt x="1030" y="4617"/>
                    <a:pt x="2028" y="3636"/>
                  </a:cubicBezTo>
                  <a:cubicBezTo>
                    <a:pt x="2345" y="3313"/>
                    <a:pt x="2737" y="3169"/>
                    <a:pt x="3122" y="3169"/>
                  </a:cubicBezTo>
                  <a:close/>
                  <a:moveTo>
                    <a:pt x="3121" y="7358"/>
                  </a:moveTo>
                  <a:cubicBezTo>
                    <a:pt x="3925" y="7358"/>
                    <a:pt x="4698" y="7981"/>
                    <a:pt x="4698" y="8928"/>
                  </a:cubicBezTo>
                  <a:cubicBezTo>
                    <a:pt x="4698" y="9797"/>
                    <a:pt x="4007" y="10505"/>
                    <a:pt x="3138" y="10505"/>
                  </a:cubicBezTo>
                  <a:cubicBezTo>
                    <a:pt x="1738" y="10505"/>
                    <a:pt x="1030" y="8816"/>
                    <a:pt x="2028" y="7818"/>
                  </a:cubicBezTo>
                  <a:cubicBezTo>
                    <a:pt x="2345" y="7501"/>
                    <a:pt x="2737" y="7358"/>
                    <a:pt x="3121" y="7358"/>
                  </a:cubicBezTo>
                  <a:close/>
                  <a:moveTo>
                    <a:pt x="3122" y="11550"/>
                  </a:moveTo>
                  <a:cubicBezTo>
                    <a:pt x="3925" y="11550"/>
                    <a:pt x="4698" y="12180"/>
                    <a:pt x="4698" y="13127"/>
                  </a:cubicBezTo>
                  <a:cubicBezTo>
                    <a:pt x="4698" y="13996"/>
                    <a:pt x="4007" y="14687"/>
                    <a:pt x="3138" y="14687"/>
                  </a:cubicBezTo>
                  <a:cubicBezTo>
                    <a:pt x="1738" y="14687"/>
                    <a:pt x="1030" y="12998"/>
                    <a:pt x="2028" y="12017"/>
                  </a:cubicBezTo>
                  <a:cubicBezTo>
                    <a:pt x="2345" y="11694"/>
                    <a:pt x="2737" y="11550"/>
                    <a:pt x="3122" y="11550"/>
                  </a:cubicBezTo>
                  <a:close/>
                  <a:moveTo>
                    <a:pt x="1" y="0"/>
                  </a:moveTo>
                  <a:cubicBezTo>
                    <a:pt x="274" y="0"/>
                    <a:pt x="516" y="241"/>
                    <a:pt x="516" y="531"/>
                  </a:cubicBezTo>
                  <a:lnTo>
                    <a:pt x="516" y="17342"/>
                  </a:lnTo>
                  <a:cubicBezTo>
                    <a:pt x="516" y="17631"/>
                    <a:pt x="274" y="17872"/>
                    <a:pt x="1" y="17872"/>
                  </a:cubicBezTo>
                  <a:lnTo>
                    <a:pt x="5744" y="17872"/>
                  </a:lnTo>
                  <a:cubicBezTo>
                    <a:pt x="6243" y="17872"/>
                    <a:pt x="6661" y="17454"/>
                    <a:pt x="6661" y="16939"/>
                  </a:cubicBezTo>
                  <a:lnTo>
                    <a:pt x="6661" y="917"/>
                  </a:lnTo>
                  <a:cubicBezTo>
                    <a:pt x="6661" y="418"/>
                    <a:pt x="6243" y="0"/>
                    <a:pt x="57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7793131" y="1863548"/>
              <a:ext cx="136044" cy="364162"/>
            </a:xfrm>
            <a:custGeom>
              <a:rect b="b" l="l" r="r" t="t"/>
              <a:pathLst>
                <a:path extrusionOk="0" h="17873" w="6677">
                  <a:moveTo>
                    <a:pt x="3519" y="3169"/>
                  </a:moveTo>
                  <a:cubicBezTo>
                    <a:pt x="4328" y="3169"/>
                    <a:pt x="5100" y="3799"/>
                    <a:pt x="5100" y="4746"/>
                  </a:cubicBezTo>
                  <a:cubicBezTo>
                    <a:pt x="5100" y="5614"/>
                    <a:pt x="4393" y="6322"/>
                    <a:pt x="3524" y="6322"/>
                  </a:cubicBezTo>
                  <a:cubicBezTo>
                    <a:pt x="2124" y="6322"/>
                    <a:pt x="1417" y="4617"/>
                    <a:pt x="2414" y="3636"/>
                  </a:cubicBezTo>
                  <a:cubicBezTo>
                    <a:pt x="2737" y="3313"/>
                    <a:pt x="3132" y="3169"/>
                    <a:pt x="3519" y="3169"/>
                  </a:cubicBezTo>
                  <a:close/>
                  <a:moveTo>
                    <a:pt x="3518" y="7358"/>
                  </a:moveTo>
                  <a:cubicBezTo>
                    <a:pt x="4327" y="7358"/>
                    <a:pt x="5100" y="7981"/>
                    <a:pt x="5100" y="8928"/>
                  </a:cubicBezTo>
                  <a:cubicBezTo>
                    <a:pt x="5100" y="9797"/>
                    <a:pt x="4393" y="10505"/>
                    <a:pt x="3524" y="10505"/>
                  </a:cubicBezTo>
                  <a:cubicBezTo>
                    <a:pt x="2124" y="10505"/>
                    <a:pt x="1417" y="8816"/>
                    <a:pt x="2414" y="7818"/>
                  </a:cubicBezTo>
                  <a:cubicBezTo>
                    <a:pt x="2737" y="7501"/>
                    <a:pt x="3131" y="7358"/>
                    <a:pt x="3518" y="7358"/>
                  </a:cubicBezTo>
                  <a:close/>
                  <a:moveTo>
                    <a:pt x="3519" y="11550"/>
                  </a:moveTo>
                  <a:cubicBezTo>
                    <a:pt x="4328" y="11550"/>
                    <a:pt x="5100" y="12180"/>
                    <a:pt x="5100" y="13127"/>
                  </a:cubicBezTo>
                  <a:cubicBezTo>
                    <a:pt x="5100" y="13996"/>
                    <a:pt x="4393" y="14687"/>
                    <a:pt x="3524" y="14687"/>
                  </a:cubicBezTo>
                  <a:cubicBezTo>
                    <a:pt x="2124" y="14687"/>
                    <a:pt x="1417" y="12998"/>
                    <a:pt x="2414" y="12017"/>
                  </a:cubicBezTo>
                  <a:cubicBezTo>
                    <a:pt x="2737" y="11694"/>
                    <a:pt x="3132" y="11550"/>
                    <a:pt x="3519" y="11550"/>
                  </a:cubicBezTo>
                  <a:close/>
                  <a:moveTo>
                    <a:pt x="918" y="0"/>
                  </a:moveTo>
                  <a:cubicBezTo>
                    <a:pt x="419" y="0"/>
                    <a:pt x="1" y="418"/>
                    <a:pt x="1" y="917"/>
                  </a:cubicBezTo>
                  <a:lnTo>
                    <a:pt x="1" y="16939"/>
                  </a:lnTo>
                  <a:cubicBezTo>
                    <a:pt x="1" y="17454"/>
                    <a:pt x="419" y="17872"/>
                    <a:pt x="918" y="17872"/>
                  </a:cubicBezTo>
                  <a:lnTo>
                    <a:pt x="6677" y="17872"/>
                  </a:lnTo>
                  <a:cubicBezTo>
                    <a:pt x="6371" y="17872"/>
                    <a:pt x="6146" y="17631"/>
                    <a:pt x="6146" y="17342"/>
                  </a:cubicBezTo>
                  <a:lnTo>
                    <a:pt x="6146" y="531"/>
                  </a:lnTo>
                  <a:cubicBezTo>
                    <a:pt x="6146" y="225"/>
                    <a:pt x="6371" y="0"/>
                    <a:pt x="66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20"/>
          <p:cNvGrpSpPr/>
          <p:nvPr/>
        </p:nvGrpSpPr>
        <p:grpSpPr>
          <a:xfrm>
            <a:off x="2722253" y="1919911"/>
            <a:ext cx="179646" cy="364020"/>
            <a:chOff x="6354076" y="3503762"/>
            <a:chExt cx="179646" cy="364020"/>
          </a:xfrm>
        </p:grpSpPr>
        <p:sp>
          <p:nvSpPr>
            <p:cNvPr id="199" name="Google Shape;199;p20"/>
            <p:cNvSpPr/>
            <p:nvPr/>
          </p:nvSpPr>
          <p:spPr>
            <a:xfrm>
              <a:off x="6354076" y="3503762"/>
              <a:ext cx="179646" cy="364020"/>
            </a:xfrm>
            <a:custGeom>
              <a:rect b="b" l="l" r="r" t="t"/>
              <a:pathLst>
                <a:path extrusionOk="0" h="17866" w="8817">
                  <a:moveTo>
                    <a:pt x="2655" y="2379"/>
                  </a:moveTo>
                  <a:cubicBezTo>
                    <a:pt x="2974" y="2379"/>
                    <a:pt x="3260" y="2682"/>
                    <a:pt x="3154" y="3037"/>
                  </a:cubicBezTo>
                  <a:cubicBezTo>
                    <a:pt x="3087" y="3297"/>
                    <a:pt x="2867" y="3430"/>
                    <a:pt x="2647" y="3430"/>
                  </a:cubicBezTo>
                  <a:cubicBezTo>
                    <a:pt x="2444" y="3430"/>
                    <a:pt x="2241" y="3317"/>
                    <a:pt x="2156" y="3085"/>
                  </a:cubicBezTo>
                  <a:cubicBezTo>
                    <a:pt x="2092" y="2876"/>
                    <a:pt x="2156" y="2635"/>
                    <a:pt x="2317" y="2506"/>
                  </a:cubicBezTo>
                  <a:cubicBezTo>
                    <a:pt x="2423" y="2417"/>
                    <a:pt x="2541" y="2379"/>
                    <a:pt x="2655" y="2379"/>
                  </a:cubicBezTo>
                  <a:close/>
                  <a:moveTo>
                    <a:pt x="6143" y="2385"/>
                  </a:moveTo>
                  <a:cubicBezTo>
                    <a:pt x="6463" y="2385"/>
                    <a:pt x="6752" y="2681"/>
                    <a:pt x="6645" y="3037"/>
                  </a:cubicBezTo>
                  <a:cubicBezTo>
                    <a:pt x="6578" y="3297"/>
                    <a:pt x="6358" y="3430"/>
                    <a:pt x="6138" y="3430"/>
                  </a:cubicBezTo>
                  <a:cubicBezTo>
                    <a:pt x="5935" y="3430"/>
                    <a:pt x="5732" y="3317"/>
                    <a:pt x="5647" y="3085"/>
                  </a:cubicBezTo>
                  <a:cubicBezTo>
                    <a:pt x="5583" y="2876"/>
                    <a:pt x="5647" y="2635"/>
                    <a:pt x="5808" y="2506"/>
                  </a:cubicBezTo>
                  <a:cubicBezTo>
                    <a:pt x="5913" y="2422"/>
                    <a:pt x="6030" y="2385"/>
                    <a:pt x="6143" y="2385"/>
                  </a:cubicBezTo>
                  <a:close/>
                  <a:moveTo>
                    <a:pt x="4398" y="3425"/>
                  </a:moveTo>
                  <a:cubicBezTo>
                    <a:pt x="4712" y="3425"/>
                    <a:pt x="5002" y="3731"/>
                    <a:pt x="4907" y="4099"/>
                  </a:cubicBezTo>
                  <a:cubicBezTo>
                    <a:pt x="4832" y="4348"/>
                    <a:pt x="4612" y="4477"/>
                    <a:pt x="4393" y="4477"/>
                  </a:cubicBezTo>
                  <a:cubicBezTo>
                    <a:pt x="4189" y="4477"/>
                    <a:pt x="3988" y="4364"/>
                    <a:pt x="3910" y="4131"/>
                  </a:cubicBezTo>
                  <a:cubicBezTo>
                    <a:pt x="3829" y="3922"/>
                    <a:pt x="3894" y="3681"/>
                    <a:pt x="4071" y="3552"/>
                  </a:cubicBezTo>
                  <a:cubicBezTo>
                    <a:pt x="4172" y="3463"/>
                    <a:pt x="4287" y="3425"/>
                    <a:pt x="4398" y="3425"/>
                  </a:cubicBezTo>
                  <a:close/>
                  <a:moveTo>
                    <a:pt x="6468" y="5498"/>
                  </a:moveTo>
                  <a:cubicBezTo>
                    <a:pt x="6757" y="5498"/>
                    <a:pt x="6998" y="5724"/>
                    <a:pt x="6982" y="6013"/>
                  </a:cubicBezTo>
                  <a:lnTo>
                    <a:pt x="6982" y="11853"/>
                  </a:lnTo>
                  <a:cubicBezTo>
                    <a:pt x="6982" y="12126"/>
                    <a:pt x="6741" y="12368"/>
                    <a:pt x="6452" y="12368"/>
                  </a:cubicBezTo>
                  <a:lnTo>
                    <a:pt x="2349" y="12368"/>
                  </a:lnTo>
                  <a:cubicBezTo>
                    <a:pt x="2060" y="12368"/>
                    <a:pt x="1819" y="12126"/>
                    <a:pt x="1819" y="11853"/>
                  </a:cubicBezTo>
                  <a:lnTo>
                    <a:pt x="1819" y="6013"/>
                  </a:lnTo>
                  <a:cubicBezTo>
                    <a:pt x="1819" y="5724"/>
                    <a:pt x="2060" y="5498"/>
                    <a:pt x="2349" y="5498"/>
                  </a:cubicBezTo>
                  <a:close/>
                  <a:moveTo>
                    <a:pt x="4400" y="13402"/>
                  </a:moveTo>
                  <a:cubicBezTo>
                    <a:pt x="4487" y="13402"/>
                    <a:pt x="4578" y="13426"/>
                    <a:pt x="4666" y="13478"/>
                  </a:cubicBezTo>
                  <a:cubicBezTo>
                    <a:pt x="4859" y="13590"/>
                    <a:pt x="4955" y="13815"/>
                    <a:pt x="4907" y="14024"/>
                  </a:cubicBezTo>
                  <a:cubicBezTo>
                    <a:pt x="4854" y="14299"/>
                    <a:pt x="4621" y="14446"/>
                    <a:pt x="4390" y="14446"/>
                  </a:cubicBezTo>
                  <a:cubicBezTo>
                    <a:pt x="4201" y="14446"/>
                    <a:pt x="4013" y="14347"/>
                    <a:pt x="3926" y="14137"/>
                  </a:cubicBezTo>
                  <a:cubicBezTo>
                    <a:pt x="3759" y="13765"/>
                    <a:pt x="4053" y="13402"/>
                    <a:pt x="4400" y="13402"/>
                  </a:cubicBezTo>
                  <a:close/>
                  <a:moveTo>
                    <a:pt x="6148" y="14449"/>
                  </a:moveTo>
                  <a:cubicBezTo>
                    <a:pt x="6241" y="14449"/>
                    <a:pt x="6335" y="14474"/>
                    <a:pt x="6419" y="14523"/>
                  </a:cubicBezTo>
                  <a:cubicBezTo>
                    <a:pt x="6612" y="14636"/>
                    <a:pt x="6709" y="14861"/>
                    <a:pt x="6661" y="15070"/>
                  </a:cubicBezTo>
                  <a:cubicBezTo>
                    <a:pt x="6602" y="15329"/>
                    <a:pt x="6370" y="15493"/>
                    <a:pt x="6131" y="15493"/>
                  </a:cubicBezTo>
                  <a:cubicBezTo>
                    <a:pt x="6043" y="15493"/>
                    <a:pt x="5954" y="15471"/>
                    <a:pt x="5872" y="15424"/>
                  </a:cubicBezTo>
                  <a:cubicBezTo>
                    <a:pt x="5567" y="15231"/>
                    <a:pt x="5535" y="14797"/>
                    <a:pt x="5808" y="14571"/>
                  </a:cubicBezTo>
                  <a:cubicBezTo>
                    <a:pt x="5908" y="14490"/>
                    <a:pt x="6027" y="14449"/>
                    <a:pt x="6148" y="14449"/>
                  </a:cubicBezTo>
                  <a:close/>
                  <a:moveTo>
                    <a:pt x="2648" y="14442"/>
                  </a:moveTo>
                  <a:cubicBezTo>
                    <a:pt x="2974" y="14442"/>
                    <a:pt x="3233" y="14741"/>
                    <a:pt x="3170" y="15070"/>
                  </a:cubicBezTo>
                  <a:cubicBezTo>
                    <a:pt x="3110" y="15352"/>
                    <a:pt x="2878" y="15498"/>
                    <a:pt x="2647" y="15498"/>
                  </a:cubicBezTo>
                  <a:cubicBezTo>
                    <a:pt x="2442" y="15498"/>
                    <a:pt x="2239" y="15384"/>
                    <a:pt x="2156" y="15151"/>
                  </a:cubicBezTo>
                  <a:cubicBezTo>
                    <a:pt x="2044" y="14829"/>
                    <a:pt x="2269" y="14475"/>
                    <a:pt x="2623" y="14443"/>
                  </a:cubicBezTo>
                  <a:cubicBezTo>
                    <a:pt x="2631" y="14442"/>
                    <a:pt x="2640" y="14442"/>
                    <a:pt x="2648" y="14442"/>
                  </a:cubicBezTo>
                  <a:close/>
                  <a:moveTo>
                    <a:pt x="4406" y="1"/>
                  </a:moveTo>
                  <a:cubicBezTo>
                    <a:pt x="2908" y="1"/>
                    <a:pt x="1408" y="504"/>
                    <a:pt x="178" y="1509"/>
                  </a:cubicBezTo>
                  <a:cubicBezTo>
                    <a:pt x="65" y="1605"/>
                    <a:pt x="1" y="1750"/>
                    <a:pt x="1" y="1911"/>
                  </a:cubicBezTo>
                  <a:lnTo>
                    <a:pt x="1" y="15955"/>
                  </a:lnTo>
                  <a:cubicBezTo>
                    <a:pt x="1" y="16116"/>
                    <a:pt x="65" y="16261"/>
                    <a:pt x="178" y="16357"/>
                  </a:cubicBezTo>
                  <a:cubicBezTo>
                    <a:pt x="1408" y="17362"/>
                    <a:pt x="2908" y="17865"/>
                    <a:pt x="4406" y="17865"/>
                  </a:cubicBezTo>
                  <a:cubicBezTo>
                    <a:pt x="5905" y="17865"/>
                    <a:pt x="7401" y="17362"/>
                    <a:pt x="8623" y="16357"/>
                  </a:cubicBezTo>
                  <a:cubicBezTo>
                    <a:pt x="8752" y="16261"/>
                    <a:pt x="8816" y="16116"/>
                    <a:pt x="8816" y="15955"/>
                  </a:cubicBezTo>
                  <a:lnTo>
                    <a:pt x="8816" y="1911"/>
                  </a:lnTo>
                  <a:cubicBezTo>
                    <a:pt x="8816" y="1750"/>
                    <a:pt x="8752" y="1605"/>
                    <a:pt x="8623" y="1509"/>
                  </a:cubicBezTo>
                  <a:cubicBezTo>
                    <a:pt x="7401" y="504"/>
                    <a:pt x="5905" y="1"/>
                    <a:pt x="44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6412430" y="3637096"/>
              <a:ext cx="62612" cy="97026"/>
            </a:xfrm>
            <a:custGeom>
              <a:rect b="b" l="l" r="r" t="t"/>
              <a:pathLst>
                <a:path extrusionOk="0" h="4762" w="3073">
                  <a:moveTo>
                    <a:pt x="0" y="0"/>
                  </a:moveTo>
                  <a:lnTo>
                    <a:pt x="0" y="4762"/>
                  </a:lnTo>
                  <a:lnTo>
                    <a:pt x="3073" y="4762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2705099" y="3354754"/>
            <a:ext cx="261608" cy="237348"/>
            <a:chOff x="4036517" y="3019650"/>
            <a:chExt cx="364509" cy="237348"/>
          </a:xfrm>
        </p:grpSpPr>
        <p:sp>
          <p:nvSpPr>
            <p:cNvPr id="202" name="Google Shape;202;p20"/>
            <p:cNvSpPr/>
            <p:nvPr/>
          </p:nvSpPr>
          <p:spPr>
            <a:xfrm>
              <a:off x="4036517" y="3019650"/>
              <a:ext cx="364509" cy="237348"/>
            </a:xfrm>
            <a:custGeom>
              <a:rect b="b" l="l" r="r" t="t"/>
              <a:pathLst>
                <a:path extrusionOk="0" h="11649" w="17890">
                  <a:moveTo>
                    <a:pt x="4569" y="1"/>
                  </a:moveTo>
                  <a:cubicBezTo>
                    <a:pt x="3749" y="1"/>
                    <a:pt x="3009" y="451"/>
                    <a:pt x="2623" y="1159"/>
                  </a:cubicBezTo>
                  <a:cubicBezTo>
                    <a:pt x="2285" y="1803"/>
                    <a:pt x="1609" y="2205"/>
                    <a:pt x="886" y="2221"/>
                  </a:cubicBezTo>
                  <a:lnTo>
                    <a:pt x="1" y="2221"/>
                  </a:lnTo>
                  <a:lnTo>
                    <a:pt x="1" y="10554"/>
                  </a:lnTo>
                  <a:lnTo>
                    <a:pt x="2269" y="10554"/>
                  </a:lnTo>
                  <a:cubicBezTo>
                    <a:pt x="2478" y="10554"/>
                    <a:pt x="2703" y="10602"/>
                    <a:pt x="2896" y="10666"/>
                  </a:cubicBezTo>
                  <a:lnTo>
                    <a:pt x="5229" y="11487"/>
                  </a:lnTo>
                  <a:cubicBezTo>
                    <a:pt x="5551" y="11600"/>
                    <a:pt x="5889" y="11648"/>
                    <a:pt x="6210" y="11648"/>
                  </a:cubicBezTo>
                  <a:lnTo>
                    <a:pt x="12291" y="11648"/>
                  </a:lnTo>
                  <a:cubicBezTo>
                    <a:pt x="12306" y="11649"/>
                    <a:pt x="12322" y="11649"/>
                    <a:pt x="12336" y="11649"/>
                  </a:cubicBezTo>
                  <a:cubicBezTo>
                    <a:pt x="13188" y="11649"/>
                    <a:pt x="13193" y="10343"/>
                    <a:pt x="12351" y="10343"/>
                  </a:cubicBezTo>
                  <a:cubicBezTo>
                    <a:pt x="12331" y="10343"/>
                    <a:pt x="12311" y="10343"/>
                    <a:pt x="12291" y="10345"/>
                  </a:cubicBezTo>
                  <a:lnTo>
                    <a:pt x="9315" y="10345"/>
                  </a:lnTo>
                  <a:cubicBezTo>
                    <a:pt x="9305" y="10345"/>
                    <a:pt x="9294" y="10345"/>
                    <a:pt x="9284" y="10345"/>
                  </a:cubicBezTo>
                  <a:cubicBezTo>
                    <a:pt x="8590" y="10345"/>
                    <a:pt x="8585" y="9298"/>
                    <a:pt x="9269" y="9298"/>
                  </a:cubicBezTo>
                  <a:cubicBezTo>
                    <a:pt x="9284" y="9298"/>
                    <a:pt x="9299" y="9298"/>
                    <a:pt x="9315" y="9299"/>
                  </a:cubicBezTo>
                  <a:lnTo>
                    <a:pt x="12259" y="9299"/>
                  </a:lnTo>
                  <a:cubicBezTo>
                    <a:pt x="13176" y="9299"/>
                    <a:pt x="13176" y="7932"/>
                    <a:pt x="12259" y="7932"/>
                  </a:cubicBezTo>
                  <a:lnTo>
                    <a:pt x="9315" y="7932"/>
                  </a:lnTo>
                  <a:cubicBezTo>
                    <a:pt x="9305" y="7932"/>
                    <a:pt x="9294" y="7932"/>
                    <a:pt x="9284" y="7932"/>
                  </a:cubicBezTo>
                  <a:cubicBezTo>
                    <a:pt x="8585" y="7932"/>
                    <a:pt x="8585" y="6869"/>
                    <a:pt x="9284" y="6869"/>
                  </a:cubicBezTo>
                  <a:cubicBezTo>
                    <a:pt x="9294" y="6869"/>
                    <a:pt x="9305" y="6870"/>
                    <a:pt x="9315" y="6870"/>
                  </a:cubicBezTo>
                  <a:lnTo>
                    <a:pt x="12227" y="6870"/>
                  </a:lnTo>
                  <a:cubicBezTo>
                    <a:pt x="13144" y="6822"/>
                    <a:pt x="13144" y="5487"/>
                    <a:pt x="12227" y="5438"/>
                  </a:cubicBezTo>
                  <a:lnTo>
                    <a:pt x="9315" y="5438"/>
                  </a:lnTo>
                  <a:cubicBezTo>
                    <a:pt x="8623" y="5438"/>
                    <a:pt x="8623" y="4393"/>
                    <a:pt x="9315" y="4393"/>
                  </a:cubicBezTo>
                  <a:lnTo>
                    <a:pt x="15331" y="4393"/>
                  </a:lnTo>
                  <a:lnTo>
                    <a:pt x="15203" y="4264"/>
                  </a:lnTo>
                  <a:cubicBezTo>
                    <a:pt x="14832" y="3881"/>
                    <a:pt x="15173" y="3365"/>
                    <a:pt x="15577" y="3365"/>
                  </a:cubicBezTo>
                  <a:cubicBezTo>
                    <a:pt x="15699" y="3365"/>
                    <a:pt x="15827" y="3412"/>
                    <a:pt x="15943" y="3524"/>
                  </a:cubicBezTo>
                  <a:lnTo>
                    <a:pt x="16811" y="4393"/>
                  </a:lnTo>
                  <a:lnTo>
                    <a:pt x="17037" y="4393"/>
                  </a:lnTo>
                  <a:cubicBezTo>
                    <a:pt x="17046" y="4393"/>
                    <a:pt x="17056" y="4393"/>
                    <a:pt x="17066" y="4393"/>
                  </a:cubicBezTo>
                  <a:cubicBezTo>
                    <a:pt x="17519" y="4393"/>
                    <a:pt x="17889" y="4029"/>
                    <a:pt x="17889" y="3572"/>
                  </a:cubicBezTo>
                  <a:cubicBezTo>
                    <a:pt x="17889" y="3100"/>
                    <a:pt x="17519" y="2735"/>
                    <a:pt x="17066" y="2735"/>
                  </a:cubicBezTo>
                  <a:cubicBezTo>
                    <a:pt x="17056" y="2735"/>
                    <a:pt x="17046" y="2735"/>
                    <a:pt x="17037" y="2736"/>
                  </a:cubicBezTo>
                  <a:lnTo>
                    <a:pt x="7819" y="2736"/>
                  </a:lnTo>
                  <a:cubicBezTo>
                    <a:pt x="7809" y="2736"/>
                    <a:pt x="7799" y="2736"/>
                    <a:pt x="7790" y="2736"/>
                  </a:cubicBezTo>
                  <a:cubicBezTo>
                    <a:pt x="7514" y="2736"/>
                    <a:pt x="7303" y="2517"/>
                    <a:pt x="7272" y="2237"/>
                  </a:cubicBezTo>
                  <a:cubicBezTo>
                    <a:pt x="7272" y="1947"/>
                    <a:pt x="7497" y="1690"/>
                    <a:pt x="7803" y="1690"/>
                  </a:cubicBezTo>
                  <a:lnTo>
                    <a:pt x="10264" y="1690"/>
                  </a:lnTo>
                  <a:cubicBezTo>
                    <a:pt x="10274" y="1690"/>
                    <a:pt x="10284" y="1690"/>
                    <a:pt x="10294" y="1690"/>
                  </a:cubicBezTo>
                  <a:cubicBezTo>
                    <a:pt x="11197" y="1690"/>
                    <a:pt x="11938" y="972"/>
                    <a:pt x="11969" y="65"/>
                  </a:cubicBezTo>
                  <a:lnTo>
                    <a:pt x="119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4342978" y="3153473"/>
              <a:ext cx="57722" cy="77282"/>
            </a:xfrm>
            <a:custGeom>
              <a:rect b="b" l="l" r="r" t="t"/>
              <a:pathLst>
                <a:path extrusionOk="0" h="3793" w="2833">
                  <a:moveTo>
                    <a:pt x="1417" y="0"/>
                  </a:moveTo>
                  <a:cubicBezTo>
                    <a:pt x="1244" y="0"/>
                    <a:pt x="1071" y="85"/>
                    <a:pt x="966" y="254"/>
                  </a:cubicBezTo>
                  <a:cubicBezTo>
                    <a:pt x="564" y="913"/>
                    <a:pt x="1" y="1895"/>
                    <a:pt x="1" y="2377"/>
                  </a:cubicBezTo>
                  <a:cubicBezTo>
                    <a:pt x="1" y="3165"/>
                    <a:pt x="644" y="3793"/>
                    <a:pt x="1417" y="3793"/>
                  </a:cubicBezTo>
                  <a:cubicBezTo>
                    <a:pt x="2189" y="3793"/>
                    <a:pt x="2816" y="3165"/>
                    <a:pt x="2816" y="2377"/>
                  </a:cubicBezTo>
                  <a:lnTo>
                    <a:pt x="2832" y="2377"/>
                  </a:lnTo>
                  <a:cubicBezTo>
                    <a:pt x="2832" y="1895"/>
                    <a:pt x="2269" y="913"/>
                    <a:pt x="1867" y="254"/>
                  </a:cubicBezTo>
                  <a:cubicBezTo>
                    <a:pt x="1762" y="85"/>
                    <a:pt x="1589" y="0"/>
                    <a:pt x="1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2712816" y="2619043"/>
            <a:ext cx="215115" cy="328803"/>
            <a:chOff x="4045706" y="2409763"/>
            <a:chExt cx="328771" cy="364244"/>
          </a:xfrm>
        </p:grpSpPr>
        <p:sp>
          <p:nvSpPr>
            <p:cNvPr id="205" name="Google Shape;205;p20"/>
            <p:cNvSpPr/>
            <p:nvPr/>
          </p:nvSpPr>
          <p:spPr>
            <a:xfrm>
              <a:off x="4045706" y="2409763"/>
              <a:ext cx="246171" cy="364244"/>
            </a:xfrm>
            <a:custGeom>
              <a:rect b="b" l="l" r="r" t="t"/>
              <a:pathLst>
                <a:path extrusionOk="0" h="17877" w="12082">
                  <a:moveTo>
                    <a:pt x="3355" y="1059"/>
                  </a:moveTo>
                  <a:cubicBezTo>
                    <a:pt x="3719" y="1059"/>
                    <a:pt x="4090" y="1195"/>
                    <a:pt x="4392" y="1497"/>
                  </a:cubicBezTo>
                  <a:cubicBezTo>
                    <a:pt x="5325" y="2430"/>
                    <a:pt x="4665" y="4022"/>
                    <a:pt x="3346" y="4022"/>
                  </a:cubicBezTo>
                  <a:cubicBezTo>
                    <a:pt x="2526" y="4022"/>
                    <a:pt x="1866" y="3347"/>
                    <a:pt x="1866" y="2542"/>
                  </a:cubicBezTo>
                  <a:cubicBezTo>
                    <a:pt x="1866" y="1650"/>
                    <a:pt x="2595" y="1059"/>
                    <a:pt x="3355" y="1059"/>
                  </a:cubicBezTo>
                  <a:close/>
                  <a:moveTo>
                    <a:pt x="9415" y="1059"/>
                  </a:moveTo>
                  <a:cubicBezTo>
                    <a:pt x="10171" y="1059"/>
                    <a:pt x="10896" y="1650"/>
                    <a:pt x="10907" y="2542"/>
                  </a:cubicBezTo>
                  <a:cubicBezTo>
                    <a:pt x="10907" y="3363"/>
                    <a:pt x="10231" y="4022"/>
                    <a:pt x="9411" y="4022"/>
                  </a:cubicBezTo>
                  <a:cubicBezTo>
                    <a:pt x="8108" y="4006"/>
                    <a:pt x="7448" y="2414"/>
                    <a:pt x="8381" y="1497"/>
                  </a:cubicBezTo>
                  <a:cubicBezTo>
                    <a:pt x="8683" y="1195"/>
                    <a:pt x="9053" y="1059"/>
                    <a:pt x="9415" y="1059"/>
                  </a:cubicBezTo>
                  <a:close/>
                  <a:moveTo>
                    <a:pt x="8639" y="5068"/>
                  </a:moveTo>
                  <a:lnTo>
                    <a:pt x="6564" y="10071"/>
                  </a:lnTo>
                  <a:lnTo>
                    <a:pt x="4167" y="5068"/>
                  </a:lnTo>
                  <a:close/>
                  <a:moveTo>
                    <a:pt x="9458" y="0"/>
                  </a:moveTo>
                  <a:cubicBezTo>
                    <a:pt x="9448" y="0"/>
                    <a:pt x="9437" y="0"/>
                    <a:pt x="9427" y="1"/>
                  </a:cubicBezTo>
                  <a:lnTo>
                    <a:pt x="9427" y="17"/>
                  </a:lnTo>
                  <a:cubicBezTo>
                    <a:pt x="7368" y="17"/>
                    <a:pt x="6178" y="2349"/>
                    <a:pt x="7384" y="4022"/>
                  </a:cubicBezTo>
                  <a:lnTo>
                    <a:pt x="5405" y="4022"/>
                  </a:lnTo>
                  <a:cubicBezTo>
                    <a:pt x="6680" y="2254"/>
                    <a:pt x="5281" y="8"/>
                    <a:pt x="3376" y="8"/>
                  </a:cubicBezTo>
                  <a:cubicBezTo>
                    <a:pt x="3045" y="8"/>
                    <a:pt x="2699" y="76"/>
                    <a:pt x="2349" y="226"/>
                  </a:cubicBezTo>
                  <a:cubicBezTo>
                    <a:pt x="0" y="1223"/>
                    <a:pt x="467" y="4698"/>
                    <a:pt x="3008" y="5036"/>
                  </a:cubicBezTo>
                  <a:lnTo>
                    <a:pt x="6033" y="11374"/>
                  </a:lnTo>
                  <a:lnTo>
                    <a:pt x="6017" y="11406"/>
                  </a:lnTo>
                  <a:lnTo>
                    <a:pt x="5132" y="12693"/>
                  </a:lnTo>
                  <a:cubicBezTo>
                    <a:pt x="5084" y="12773"/>
                    <a:pt x="5051" y="12870"/>
                    <a:pt x="5051" y="12983"/>
                  </a:cubicBezTo>
                  <a:lnTo>
                    <a:pt x="5051" y="17358"/>
                  </a:lnTo>
                  <a:cubicBezTo>
                    <a:pt x="5051" y="17704"/>
                    <a:pt x="5313" y="17877"/>
                    <a:pt x="5574" y="17877"/>
                  </a:cubicBezTo>
                  <a:cubicBezTo>
                    <a:pt x="5836" y="17877"/>
                    <a:pt x="6097" y="17704"/>
                    <a:pt x="6097" y="17358"/>
                  </a:cubicBezTo>
                  <a:lnTo>
                    <a:pt x="6097" y="13143"/>
                  </a:lnTo>
                  <a:lnTo>
                    <a:pt x="6612" y="12387"/>
                  </a:lnTo>
                  <a:lnTo>
                    <a:pt x="7127" y="13143"/>
                  </a:lnTo>
                  <a:lnTo>
                    <a:pt x="7127" y="17358"/>
                  </a:lnTo>
                  <a:cubicBezTo>
                    <a:pt x="7151" y="17688"/>
                    <a:pt x="7404" y="17853"/>
                    <a:pt x="7655" y="17853"/>
                  </a:cubicBezTo>
                  <a:cubicBezTo>
                    <a:pt x="7907" y="17853"/>
                    <a:pt x="8156" y="17688"/>
                    <a:pt x="8172" y="17358"/>
                  </a:cubicBezTo>
                  <a:lnTo>
                    <a:pt x="8172" y="12983"/>
                  </a:lnTo>
                  <a:cubicBezTo>
                    <a:pt x="8172" y="12870"/>
                    <a:pt x="8140" y="12773"/>
                    <a:pt x="8076" y="12693"/>
                  </a:cubicBezTo>
                  <a:lnTo>
                    <a:pt x="7191" y="11406"/>
                  </a:lnTo>
                  <a:lnTo>
                    <a:pt x="7175" y="11358"/>
                  </a:lnTo>
                  <a:lnTo>
                    <a:pt x="9781" y="5036"/>
                  </a:lnTo>
                  <a:cubicBezTo>
                    <a:pt x="11116" y="4875"/>
                    <a:pt x="12081" y="3684"/>
                    <a:pt x="11985" y="2349"/>
                  </a:cubicBezTo>
                  <a:cubicBezTo>
                    <a:pt x="11889" y="1024"/>
                    <a:pt x="10780" y="0"/>
                    <a:pt x="9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4331506" y="2613309"/>
              <a:ext cx="42971" cy="160331"/>
            </a:xfrm>
            <a:custGeom>
              <a:rect b="b" l="l" r="r" t="t"/>
              <a:pathLst>
                <a:path extrusionOk="0" h="7869" w="2109">
                  <a:moveTo>
                    <a:pt x="1" y="0"/>
                  </a:moveTo>
                  <a:lnTo>
                    <a:pt x="1" y="7706"/>
                  </a:lnTo>
                  <a:cubicBezTo>
                    <a:pt x="1" y="7794"/>
                    <a:pt x="68" y="7869"/>
                    <a:pt x="153" y="7869"/>
                  </a:cubicBezTo>
                  <a:cubicBezTo>
                    <a:pt x="161" y="7869"/>
                    <a:pt x="169" y="7868"/>
                    <a:pt x="178" y="7867"/>
                  </a:cubicBezTo>
                  <a:cubicBezTo>
                    <a:pt x="1272" y="7770"/>
                    <a:pt x="2108" y="6869"/>
                    <a:pt x="2108" y="5776"/>
                  </a:cubicBezTo>
                  <a:lnTo>
                    <a:pt x="2108" y="2027"/>
                  </a:lnTo>
                  <a:cubicBezTo>
                    <a:pt x="2108" y="1947"/>
                    <a:pt x="2028" y="1866"/>
                    <a:pt x="1947" y="1866"/>
                  </a:cubicBezTo>
                  <a:lnTo>
                    <a:pt x="1047" y="1866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4320708" y="2410089"/>
              <a:ext cx="42950" cy="181928"/>
            </a:xfrm>
            <a:custGeom>
              <a:rect b="b" l="l" r="r" t="t"/>
              <a:pathLst>
                <a:path extrusionOk="0" h="8929" w="2108">
                  <a:moveTo>
                    <a:pt x="531" y="1"/>
                  </a:moveTo>
                  <a:cubicBezTo>
                    <a:pt x="241" y="1"/>
                    <a:pt x="0" y="242"/>
                    <a:pt x="16" y="531"/>
                  </a:cubicBezTo>
                  <a:lnTo>
                    <a:pt x="16" y="8398"/>
                  </a:lnTo>
                  <a:cubicBezTo>
                    <a:pt x="0" y="8687"/>
                    <a:pt x="241" y="8929"/>
                    <a:pt x="531" y="8929"/>
                  </a:cubicBezTo>
                  <a:lnTo>
                    <a:pt x="1593" y="8929"/>
                  </a:lnTo>
                  <a:cubicBezTo>
                    <a:pt x="1882" y="8929"/>
                    <a:pt x="2107" y="8687"/>
                    <a:pt x="2107" y="8398"/>
                  </a:cubicBezTo>
                  <a:lnTo>
                    <a:pt x="2107" y="531"/>
                  </a:lnTo>
                  <a:cubicBezTo>
                    <a:pt x="2107" y="242"/>
                    <a:pt x="1882" y="1"/>
                    <a:pt x="15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2737786" y="3890855"/>
            <a:ext cx="179646" cy="328814"/>
            <a:chOff x="2609035" y="3503680"/>
            <a:chExt cx="227487" cy="363531"/>
          </a:xfrm>
        </p:grpSpPr>
        <p:sp>
          <p:nvSpPr>
            <p:cNvPr id="209" name="Google Shape;209;p20"/>
            <p:cNvSpPr/>
            <p:nvPr/>
          </p:nvSpPr>
          <p:spPr>
            <a:xfrm>
              <a:off x="2742756" y="3503680"/>
              <a:ext cx="93766" cy="92462"/>
            </a:xfrm>
            <a:custGeom>
              <a:rect b="b" l="l" r="r" t="t"/>
              <a:pathLst>
                <a:path extrusionOk="0" h="4538" w="4602">
                  <a:moveTo>
                    <a:pt x="1223" y="1"/>
                  </a:moveTo>
                  <a:cubicBezTo>
                    <a:pt x="564" y="33"/>
                    <a:pt x="564" y="998"/>
                    <a:pt x="1223" y="1046"/>
                  </a:cubicBezTo>
                  <a:lnTo>
                    <a:pt x="1770" y="1046"/>
                  </a:lnTo>
                  <a:lnTo>
                    <a:pt x="1770" y="2366"/>
                  </a:lnTo>
                  <a:lnTo>
                    <a:pt x="516" y="2366"/>
                  </a:lnTo>
                  <a:cubicBezTo>
                    <a:pt x="226" y="2366"/>
                    <a:pt x="1" y="2607"/>
                    <a:pt x="1" y="2896"/>
                  </a:cubicBezTo>
                  <a:lnTo>
                    <a:pt x="1" y="4537"/>
                  </a:lnTo>
                  <a:lnTo>
                    <a:pt x="4602" y="4537"/>
                  </a:lnTo>
                  <a:lnTo>
                    <a:pt x="4602" y="2896"/>
                  </a:lnTo>
                  <a:cubicBezTo>
                    <a:pt x="4586" y="2607"/>
                    <a:pt x="4360" y="2366"/>
                    <a:pt x="4071" y="2366"/>
                  </a:cubicBezTo>
                  <a:lnTo>
                    <a:pt x="2816" y="2366"/>
                  </a:lnTo>
                  <a:lnTo>
                    <a:pt x="2816" y="1046"/>
                  </a:lnTo>
                  <a:lnTo>
                    <a:pt x="3379" y="1046"/>
                  </a:lnTo>
                  <a:cubicBezTo>
                    <a:pt x="4039" y="998"/>
                    <a:pt x="4039" y="33"/>
                    <a:pt x="3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2742756" y="3617414"/>
              <a:ext cx="93766" cy="249797"/>
            </a:xfrm>
            <a:custGeom>
              <a:rect b="b" l="l" r="r" t="t"/>
              <a:pathLst>
                <a:path extrusionOk="0" h="12260" w="4602">
                  <a:moveTo>
                    <a:pt x="1" y="1"/>
                  </a:moveTo>
                  <a:lnTo>
                    <a:pt x="1" y="1079"/>
                  </a:lnTo>
                  <a:lnTo>
                    <a:pt x="1127" y="1079"/>
                  </a:lnTo>
                  <a:cubicBezTo>
                    <a:pt x="1819" y="1079"/>
                    <a:pt x="1819" y="2124"/>
                    <a:pt x="1127" y="2124"/>
                  </a:cubicBezTo>
                  <a:lnTo>
                    <a:pt x="1" y="2124"/>
                  </a:lnTo>
                  <a:lnTo>
                    <a:pt x="1" y="3170"/>
                  </a:lnTo>
                  <a:lnTo>
                    <a:pt x="1127" y="3170"/>
                  </a:lnTo>
                  <a:cubicBezTo>
                    <a:pt x="1787" y="3218"/>
                    <a:pt x="1787" y="4183"/>
                    <a:pt x="1127" y="4216"/>
                  </a:cubicBezTo>
                  <a:lnTo>
                    <a:pt x="17" y="4216"/>
                  </a:lnTo>
                  <a:cubicBezTo>
                    <a:pt x="114" y="4940"/>
                    <a:pt x="548" y="5567"/>
                    <a:pt x="1175" y="5905"/>
                  </a:cubicBezTo>
                  <a:lnTo>
                    <a:pt x="1175" y="6822"/>
                  </a:lnTo>
                  <a:cubicBezTo>
                    <a:pt x="1175" y="7111"/>
                    <a:pt x="1417" y="7353"/>
                    <a:pt x="1706" y="7353"/>
                  </a:cubicBezTo>
                  <a:lnTo>
                    <a:pt x="1770" y="7353"/>
                  </a:lnTo>
                  <a:lnTo>
                    <a:pt x="1770" y="11776"/>
                  </a:lnTo>
                  <a:cubicBezTo>
                    <a:pt x="1795" y="12098"/>
                    <a:pt x="2048" y="12259"/>
                    <a:pt x="2299" y="12259"/>
                  </a:cubicBezTo>
                  <a:cubicBezTo>
                    <a:pt x="2551" y="12259"/>
                    <a:pt x="2800" y="12098"/>
                    <a:pt x="2816" y="11776"/>
                  </a:cubicBezTo>
                  <a:lnTo>
                    <a:pt x="2816" y="7353"/>
                  </a:lnTo>
                  <a:lnTo>
                    <a:pt x="2880" y="7353"/>
                  </a:lnTo>
                  <a:cubicBezTo>
                    <a:pt x="3170" y="7353"/>
                    <a:pt x="3411" y="7111"/>
                    <a:pt x="3411" y="6822"/>
                  </a:cubicBezTo>
                  <a:lnTo>
                    <a:pt x="3411" y="5905"/>
                  </a:lnTo>
                  <a:cubicBezTo>
                    <a:pt x="4135" y="5503"/>
                    <a:pt x="4602" y="4730"/>
                    <a:pt x="4586" y="3894"/>
                  </a:cubicBezTo>
                  <a:lnTo>
                    <a:pt x="45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2621158" y="3816050"/>
              <a:ext cx="66239" cy="50489"/>
            </a:xfrm>
            <a:custGeom>
              <a:rect b="b" l="l" r="r" t="t"/>
              <a:pathLst>
                <a:path extrusionOk="0" h="2478" w="3251">
                  <a:moveTo>
                    <a:pt x="1" y="0"/>
                  </a:moveTo>
                  <a:lnTo>
                    <a:pt x="1" y="901"/>
                  </a:lnTo>
                  <a:cubicBezTo>
                    <a:pt x="33" y="1786"/>
                    <a:pt x="757" y="2478"/>
                    <a:pt x="1625" y="2478"/>
                  </a:cubicBezTo>
                  <a:cubicBezTo>
                    <a:pt x="2510" y="2478"/>
                    <a:pt x="3218" y="1786"/>
                    <a:pt x="3250" y="901"/>
                  </a:cubicBezTo>
                  <a:lnTo>
                    <a:pt x="32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2621158" y="3756392"/>
              <a:ext cx="66239" cy="38366"/>
            </a:xfrm>
            <a:custGeom>
              <a:rect b="b" l="l" r="r" t="t"/>
              <a:pathLst>
                <a:path extrusionOk="0" h="1883" w="3251">
                  <a:moveTo>
                    <a:pt x="1" y="1"/>
                  </a:moveTo>
                  <a:lnTo>
                    <a:pt x="1" y="1883"/>
                  </a:lnTo>
                  <a:lnTo>
                    <a:pt x="3250" y="1883"/>
                  </a:lnTo>
                  <a:lnTo>
                    <a:pt x="32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2609035" y="3681330"/>
              <a:ext cx="34760" cy="53790"/>
            </a:xfrm>
            <a:custGeom>
              <a:rect b="b" l="l" r="r" t="t"/>
              <a:pathLst>
                <a:path extrusionOk="0" h="2640" w="1706">
                  <a:moveTo>
                    <a:pt x="531" y="1"/>
                  </a:moveTo>
                  <a:cubicBezTo>
                    <a:pt x="242" y="1"/>
                    <a:pt x="0" y="242"/>
                    <a:pt x="0" y="532"/>
                  </a:cubicBezTo>
                  <a:lnTo>
                    <a:pt x="0" y="2124"/>
                  </a:lnTo>
                  <a:cubicBezTo>
                    <a:pt x="0" y="2398"/>
                    <a:pt x="242" y="2639"/>
                    <a:pt x="531" y="2639"/>
                  </a:cubicBezTo>
                  <a:lnTo>
                    <a:pt x="1706" y="2639"/>
                  </a:lnTo>
                  <a:lnTo>
                    <a:pt x="17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2665087" y="3681330"/>
              <a:ext cx="34434" cy="54116"/>
            </a:xfrm>
            <a:custGeom>
              <a:rect b="b" l="l" r="r" t="t"/>
              <a:pathLst>
                <a:path extrusionOk="0" h="2656" w="1690">
                  <a:moveTo>
                    <a:pt x="0" y="1"/>
                  </a:moveTo>
                  <a:lnTo>
                    <a:pt x="0" y="2655"/>
                  </a:lnTo>
                  <a:lnTo>
                    <a:pt x="1175" y="2655"/>
                  </a:lnTo>
                  <a:cubicBezTo>
                    <a:pt x="1464" y="2655"/>
                    <a:pt x="1689" y="2414"/>
                    <a:pt x="1689" y="2124"/>
                  </a:cubicBezTo>
                  <a:lnTo>
                    <a:pt x="1689" y="532"/>
                  </a:lnTo>
                  <a:cubicBezTo>
                    <a:pt x="1689" y="242"/>
                    <a:pt x="1464" y="17"/>
                    <a:pt x="1175" y="17"/>
                  </a:cubicBezTo>
                  <a:lnTo>
                    <a:pt x="11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0"/>
          <p:cNvSpPr/>
          <p:nvPr/>
        </p:nvSpPr>
        <p:spPr>
          <a:xfrm>
            <a:off x="2059538" y="2713714"/>
            <a:ext cx="317100" cy="328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0"/>
          <p:cNvCxnSpPr>
            <a:stCxn id="184" idx="2"/>
            <a:endCxn id="215" idx="0"/>
          </p:cNvCxnSpPr>
          <p:nvPr/>
        </p:nvCxnSpPr>
        <p:spPr>
          <a:xfrm flipH="1">
            <a:off x="2217976" y="1416152"/>
            <a:ext cx="373800" cy="12975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0"/>
          <p:cNvCxnSpPr>
            <a:stCxn id="185" idx="2"/>
            <a:endCxn id="215" idx="7"/>
          </p:cNvCxnSpPr>
          <p:nvPr/>
        </p:nvCxnSpPr>
        <p:spPr>
          <a:xfrm flipH="1">
            <a:off x="2330176" y="2101908"/>
            <a:ext cx="261600" cy="6600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0"/>
          <p:cNvCxnSpPr>
            <a:stCxn id="187" idx="2"/>
            <a:endCxn id="215" idx="5"/>
          </p:cNvCxnSpPr>
          <p:nvPr/>
        </p:nvCxnSpPr>
        <p:spPr>
          <a:xfrm rot="10800000">
            <a:off x="2330176" y="2994321"/>
            <a:ext cx="261600" cy="4791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0"/>
          <p:cNvCxnSpPr>
            <a:stCxn id="188" idx="2"/>
            <a:endCxn id="215" idx="4"/>
          </p:cNvCxnSpPr>
          <p:nvPr/>
        </p:nvCxnSpPr>
        <p:spPr>
          <a:xfrm rot="10800000">
            <a:off x="2218076" y="3042664"/>
            <a:ext cx="365400" cy="10266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0"/>
          <p:cNvCxnSpPr>
            <a:stCxn id="186" idx="2"/>
            <a:endCxn id="215" idx="6"/>
          </p:cNvCxnSpPr>
          <p:nvPr/>
        </p:nvCxnSpPr>
        <p:spPr>
          <a:xfrm flipH="1">
            <a:off x="2376676" y="2787652"/>
            <a:ext cx="215100" cy="90600"/>
          </a:xfrm>
          <a:prstGeom prst="bentConnector3">
            <a:avLst>
              <a:gd fmla="val 9787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1" name="Google Shape;221;p20"/>
          <p:cNvGrpSpPr/>
          <p:nvPr/>
        </p:nvGrpSpPr>
        <p:grpSpPr>
          <a:xfrm flipH="1" rot="795095">
            <a:off x="-136398" y="1886991"/>
            <a:ext cx="2431420" cy="2510695"/>
            <a:chOff x="4476700" y="2501650"/>
            <a:chExt cx="1000625" cy="1033250"/>
          </a:xfrm>
        </p:grpSpPr>
        <p:sp>
          <p:nvSpPr>
            <p:cNvPr id="222" name="Google Shape;222;p20"/>
            <p:cNvSpPr/>
            <p:nvPr/>
          </p:nvSpPr>
          <p:spPr>
            <a:xfrm>
              <a:off x="4602050" y="2811950"/>
              <a:ext cx="552625" cy="722950"/>
            </a:xfrm>
            <a:custGeom>
              <a:rect b="b" l="l" r="r" t="t"/>
              <a:pathLst>
                <a:path extrusionOk="0" h="28918" w="22105">
                  <a:moveTo>
                    <a:pt x="20508" y="12188"/>
                  </a:moveTo>
                  <a:cubicBezTo>
                    <a:pt x="19631" y="14437"/>
                    <a:pt x="18776" y="17022"/>
                    <a:pt x="17787" y="19518"/>
                  </a:cubicBezTo>
                  <a:cubicBezTo>
                    <a:pt x="16685" y="22307"/>
                    <a:pt x="15606" y="24960"/>
                    <a:pt x="13447" y="26399"/>
                  </a:cubicBezTo>
                  <a:cubicBezTo>
                    <a:pt x="12660" y="26894"/>
                    <a:pt x="11288" y="27208"/>
                    <a:pt x="10277" y="26714"/>
                  </a:cubicBezTo>
                  <a:cubicBezTo>
                    <a:pt x="9377" y="26264"/>
                    <a:pt x="8770" y="25252"/>
                    <a:pt x="8320" y="24150"/>
                  </a:cubicBezTo>
                  <a:cubicBezTo>
                    <a:pt x="7016" y="20912"/>
                    <a:pt x="7084" y="16393"/>
                    <a:pt x="7016" y="12143"/>
                  </a:cubicBezTo>
                  <a:cubicBezTo>
                    <a:pt x="6971" y="9332"/>
                    <a:pt x="6634" y="6701"/>
                    <a:pt x="5734" y="4565"/>
                  </a:cubicBezTo>
                  <a:cubicBezTo>
                    <a:pt x="4813" y="2362"/>
                    <a:pt x="3351" y="248"/>
                    <a:pt x="315" y="1"/>
                  </a:cubicBezTo>
                  <a:cubicBezTo>
                    <a:pt x="180" y="226"/>
                    <a:pt x="90" y="518"/>
                    <a:pt x="1" y="810"/>
                  </a:cubicBezTo>
                  <a:cubicBezTo>
                    <a:pt x="5465" y="2159"/>
                    <a:pt x="4970" y="8748"/>
                    <a:pt x="5330" y="14931"/>
                  </a:cubicBezTo>
                  <a:cubicBezTo>
                    <a:pt x="5510" y="17787"/>
                    <a:pt x="5734" y="20980"/>
                    <a:pt x="6319" y="23521"/>
                  </a:cubicBezTo>
                  <a:cubicBezTo>
                    <a:pt x="6634" y="24825"/>
                    <a:pt x="7084" y="25927"/>
                    <a:pt x="7916" y="26804"/>
                  </a:cubicBezTo>
                  <a:cubicBezTo>
                    <a:pt x="8703" y="27658"/>
                    <a:pt x="9827" y="28378"/>
                    <a:pt x="11198" y="28558"/>
                  </a:cubicBezTo>
                  <a:cubicBezTo>
                    <a:pt x="13852" y="28917"/>
                    <a:pt x="15268" y="27456"/>
                    <a:pt x="16348" y="25972"/>
                  </a:cubicBezTo>
                  <a:cubicBezTo>
                    <a:pt x="17337" y="24623"/>
                    <a:pt x="18057" y="23094"/>
                    <a:pt x="18776" y="21609"/>
                  </a:cubicBezTo>
                  <a:cubicBezTo>
                    <a:pt x="20125" y="18776"/>
                    <a:pt x="21137" y="15763"/>
                    <a:pt x="22104" y="12750"/>
                  </a:cubicBezTo>
                  <a:cubicBezTo>
                    <a:pt x="21587" y="12525"/>
                    <a:pt x="21047" y="12300"/>
                    <a:pt x="20508" y="12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4476700" y="2735500"/>
              <a:ext cx="138875" cy="138875"/>
            </a:xfrm>
            <a:custGeom>
              <a:rect b="b" l="l" r="r" t="t"/>
              <a:pathLst>
                <a:path extrusionOk="0" h="5555" w="5555">
                  <a:moveTo>
                    <a:pt x="5487" y="2901"/>
                  </a:moveTo>
                  <a:cubicBezTo>
                    <a:pt x="5419" y="4408"/>
                    <a:pt x="4160" y="5555"/>
                    <a:pt x="2654" y="5510"/>
                  </a:cubicBezTo>
                  <a:cubicBezTo>
                    <a:pt x="1169" y="5442"/>
                    <a:pt x="0" y="4160"/>
                    <a:pt x="68" y="2676"/>
                  </a:cubicBezTo>
                  <a:cubicBezTo>
                    <a:pt x="135" y="1170"/>
                    <a:pt x="1394" y="1"/>
                    <a:pt x="2901" y="68"/>
                  </a:cubicBezTo>
                  <a:cubicBezTo>
                    <a:pt x="4385" y="136"/>
                    <a:pt x="5554" y="1395"/>
                    <a:pt x="5487" y="2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4504250" y="2763050"/>
              <a:ext cx="83775" cy="84350"/>
            </a:xfrm>
            <a:custGeom>
              <a:rect b="b" l="l" r="r" t="t"/>
              <a:pathLst>
                <a:path extrusionOk="0" h="3374" w="3351">
                  <a:moveTo>
                    <a:pt x="3305" y="1754"/>
                  </a:moveTo>
                  <a:cubicBezTo>
                    <a:pt x="3283" y="2654"/>
                    <a:pt x="2518" y="3373"/>
                    <a:pt x="1597" y="3328"/>
                  </a:cubicBezTo>
                  <a:cubicBezTo>
                    <a:pt x="697" y="3283"/>
                    <a:pt x="0" y="2519"/>
                    <a:pt x="23" y="1619"/>
                  </a:cubicBezTo>
                  <a:cubicBezTo>
                    <a:pt x="67" y="697"/>
                    <a:pt x="832" y="0"/>
                    <a:pt x="1731" y="45"/>
                  </a:cubicBezTo>
                  <a:cubicBezTo>
                    <a:pt x="2653" y="90"/>
                    <a:pt x="3350" y="855"/>
                    <a:pt x="3305" y="17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5004550" y="2514025"/>
              <a:ext cx="175975" cy="622875"/>
            </a:xfrm>
            <a:custGeom>
              <a:rect b="b" l="l" r="r" t="t"/>
              <a:pathLst>
                <a:path extrusionOk="0" h="24915" w="7039">
                  <a:moveTo>
                    <a:pt x="6499" y="23340"/>
                  </a:moveTo>
                  <a:cubicBezTo>
                    <a:pt x="6341" y="23858"/>
                    <a:pt x="6206" y="24397"/>
                    <a:pt x="6049" y="24914"/>
                  </a:cubicBezTo>
                  <a:cubicBezTo>
                    <a:pt x="3868" y="24487"/>
                    <a:pt x="2654" y="22958"/>
                    <a:pt x="1844" y="21249"/>
                  </a:cubicBezTo>
                  <a:cubicBezTo>
                    <a:pt x="1035" y="19563"/>
                    <a:pt x="652" y="17449"/>
                    <a:pt x="405" y="15066"/>
                  </a:cubicBezTo>
                  <a:cubicBezTo>
                    <a:pt x="180" y="12840"/>
                    <a:pt x="0" y="10366"/>
                    <a:pt x="180" y="7758"/>
                  </a:cubicBezTo>
                  <a:cubicBezTo>
                    <a:pt x="360" y="5307"/>
                    <a:pt x="675" y="2766"/>
                    <a:pt x="1912" y="1484"/>
                  </a:cubicBezTo>
                  <a:cubicBezTo>
                    <a:pt x="2609" y="765"/>
                    <a:pt x="3621" y="293"/>
                    <a:pt x="4722" y="90"/>
                  </a:cubicBezTo>
                  <a:cubicBezTo>
                    <a:pt x="5127" y="23"/>
                    <a:pt x="5554" y="68"/>
                    <a:pt x="6004" y="23"/>
                  </a:cubicBezTo>
                  <a:cubicBezTo>
                    <a:pt x="6454" y="0"/>
                    <a:pt x="6971" y="68"/>
                    <a:pt x="7016" y="517"/>
                  </a:cubicBezTo>
                  <a:cubicBezTo>
                    <a:pt x="7038" y="1102"/>
                    <a:pt x="6319" y="1214"/>
                    <a:pt x="5892" y="1327"/>
                  </a:cubicBezTo>
                  <a:cubicBezTo>
                    <a:pt x="4430" y="1709"/>
                    <a:pt x="3306" y="2564"/>
                    <a:pt x="2721" y="3868"/>
                  </a:cubicBezTo>
                  <a:cubicBezTo>
                    <a:pt x="2384" y="4587"/>
                    <a:pt x="2294" y="5419"/>
                    <a:pt x="2114" y="6409"/>
                  </a:cubicBezTo>
                  <a:cubicBezTo>
                    <a:pt x="1979" y="7218"/>
                    <a:pt x="1844" y="8230"/>
                    <a:pt x="1754" y="9152"/>
                  </a:cubicBezTo>
                  <a:cubicBezTo>
                    <a:pt x="1372" y="13042"/>
                    <a:pt x="1889" y="16707"/>
                    <a:pt x="2789" y="19675"/>
                  </a:cubicBezTo>
                  <a:cubicBezTo>
                    <a:pt x="3014" y="20395"/>
                    <a:pt x="3328" y="21092"/>
                    <a:pt x="3756" y="21699"/>
                  </a:cubicBezTo>
                  <a:cubicBezTo>
                    <a:pt x="4160" y="22239"/>
                    <a:pt x="4745" y="22868"/>
                    <a:pt x="5330" y="23138"/>
                  </a:cubicBezTo>
                  <a:cubicBezTo>
                    <a:pt x="5644" y="23273"/>
                    <a:pt x="5982" y="23295"/>
                    <a:pt x="6499" y="233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5159150" y="2501650"/>
              <a:ext cx="61275" cy="64675"/>
            </a:xfrm>
            <a:custGeom>
              <a:rect b="b" l="l" r="r" t="t"/>
              <a:pathLst>
                <a:path extrusionOk="0" h="2587" w="2451">
                  <a:moveTo>
                    <a:pt x="607" y="135"/>
                  </a:moveTo>
                  <a:cubicBezTo>
                    <a:pt x="1012" y="1"/>
                    <a:pt x="1417" y="450"/>
                    <a:pt x="1799" y="720"/>
                  </a:cubicBezTo>
                  <a:cubicBezTo>
                    <a:pt x="2136" y="990"/>
                    <a:pt x="2451" y="1237"/>
                    <a:pt x="2428" y="1597"/>
                  </a:cubicBezTo>
                  <a:cubicBezTo>
                    <a:pt x="2406" y="1957"/>
                    <a:pt x="2069" y="2069"/>
                    <a:pt x="1754" y="2204"/>
                  </a:cubicBezTo>
                  <a:cubicBezTo>
                    <a:pt x="1417" y="2339"/>
                    <a:pt x="1147" y="2474"/>
                    <a:pt x="854" y="2519"/>
                  </a:cubicBezTo>
                  <a:cubicBezTo>
                    <a:pt x="112" y="2586"/>
                    <a:pt x="0" y="2227"/>
                    <a:pt x="112" y="1395"/>
                  </a:cubicBezTo>
                  <a:cubicBezTo>
                    <a:pt x="157" y="945"/>
                    <a:pt x="292" y="248"/>
                    <a:pt x="607" y="1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5122025" y="2556750"/>
              <a:ext cx="355300" cy="585775"/>
            </a:xfrm>
            <a:custGeom>
              <a:rect b="b" l="l" r="r" t="t"/>
              <a:pathLst>
                <a:path extrusionOk="0" h="23431" w="14212">
                  <a:moveTo>
                    <a:pt x="248" y="21272"/>
                  </a:moveTo>
                  <a:cubicBezTo>
                    <a:pt x="181" y="21811"/>
                    <a:pt x="68" y="22373"/>
                    <a:pt x="1" y="22891"/>
                  </a:cubicBezTo>
                  <a:cubicBezTo>
                    <a:pt x="2160" y="23430"/>
                    <a:pt x="3913" y="22553"/>
                    <a:pt x="5375" y="21362"/>
                  </a:cubicBezTo>
                  <a:cubicBezTo>
                    <a:pt x="6814" y="20170"/>
                    <a:pt x="8051" y="18393"/>
                    <a:pt x="9265" y="16347"/>
                  </a:cubicBezTo>
                  <a:cubicBezTo>
                    <a:pt x="10412" y="14436"/>
                    <a:pt x="11626" y="12277"/>
                    <a:pt x="12571" y="9804"/>
                  </a:cubicBezTo>
                  <a:cubicBezTo>
                    <a:pt x="13447" y="7510"/>
                    <a:pt x="14212" y="5104"/>
                    <a:pt x="13627" y="3395"/>
                  </a:cubicBezTo>
                  <a:cubicBezTo>
                    <a:pt x="13313" y="2451"/>
                    <a:pt x="12593" y="1597"/>
                    <a:pt x="11671" y="967"/>
                  </a:cubicBezTo>
                  <a:cubicBezTo>
                    <a:pt x="11356" y="742"/>
                    <a:pt x="10952" y="585"/>
                    <a:pt x="10547" y="360"/>
                  </a:cubicBezTo>
                  <a:cubicBezTo>
                    <a:pt x="10165" y="135"/>
                    <a:pt x="9647" y="0"/>
                    <a:pt x="9423" y="382"/>
                  </a:cubicBezTo>
                  <a:cubicBezTo>
                    <a:pt x="9153" y="900"/>
                    <a:pt x="9760" y="1304"/>
                    <a:pt x="10097" y="1574"/>
                  </a:cubicBezTo>
                  <a:cubicBezTo>
                    <a:pt x="11266" y="2541"/>
                    <a:pt x="11918" y="3800"/>
                    <a:pt x="11918" y="5239"/>
                  </a:cubicBezTo>
                  <a:cubicBezTo>
                    <a:pt x="11896" y="6004"/>
                    <a:pt x="11649" y="6813"/>
                    <a:pt x="11379" y="7758"/>
                  </a:cubicBezTo>
                  <a:cubicBezTo>
                    <a:pt x="11154" y="8567"/>
                    <a:pt x="10862" y="9557"/>
                    <a:pt x="10547" y="10434"/>
                  </a:cubicBezTo>
                  <a:cubicBezTo>
                    <a:pt x="9243" y="14121"/>
                    <a:pt x="7219" y="17224"/>
                    <a:pt x="5173" y="19518"/>
                  </a:cubicBezTo>
                  <a:cubicBezTo>
                    <a:pt x="4656" y="20080"/>
                    <a:pt x="4093" y="20575"/>
                    <a:pt x="3441" y="20934"/>
                  </a:cubicBezTo>
                  <a:cubicBezTo>
                    <a:pt x="2834" y="21272"/>
                    <a:pt x="2047" y="21609"/>
                    <a:pt x="1418" y="21586"/>
                  </a:cubicBezTo>
                  <a:cubicBezTo>
                    <a:pt x="1058" y="21586"/>
                    <a:pt x="743" y="21474"/>
                    <a:pt x="248" y="21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5312050" y="2541575"/>
              <a:ext cx="66350" cy="67475"/>
            </a:xfrm>
            <a:custGeom>
              <a:rect b="b" l="l" r="r" t="t"/>
              <a:pathLst>
                <a:path extrusionOk="0" h="2699" w="2654">
                  <a:moveTo>
                    <a:pt x="2406" y="292"/>
                  </a:moveTo>
                  <a:cubicBezTo>
                    <a:pt x="2069" y="0"/>
                    <a:pt x="1507" y="225"/>
                    <a:pt x="1079" y="315"/>
                  </a:cubicBezTo>
                  <a:cubicBezTo>
                    <a:pt x="652" y="405"/>
                    <a:pt x="270" y="495"/>
                    <a:pt x="135" y="832"/>
                  </a:cubicBezTo>
                  <a:cubicBezTo>
                    <a:pt x="0" y="1169"/>
                    <a:pt x="248" y="1417"/>
                    <a:pt x="472" y="1664"/>
                  </a:cubicBezTo>
                  <a:cubicBezTo>
                    <a:pt x="720" y="1934"/>
                    <a:pt x="900" y="2181"/>
                    <a:pt x="1169" y="2339"/>
                  </a:cubicBezTo>
                  <a:cubicBezTo>
                    <a:pt x="1822" y="2698"/>
                    <a:pt x="2046" y="2428"/>
                    <a:pt x="2316" y="1641"/>
                  </a:cubicBezTo>
                  <a:cubicBezTo>
                    <a:pt x="2474" y="1192"/>
                    <a:pt x="2653" y="517"/>
                    <a:pt x="2406" y="2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5095050" y="3091900"/>
              <a:ext cx="74800" cy="76475"/>
            </a:xfrm>
            <a:custGeom>
              <a:rect b="b" l="l" r="r" t="t"/>
              <a:pathLst>
                <a:path extrusionOk="0" h="3059" w="2992">
                  <a:moveTo>
                    <a:pt x="2564" y="2519"/>
                  </a:moveTo>
                  <a:cubicBezTo>
                    <a:pt x="2474" y="2856"/>
                    <a:pt x="2114" y="3059"/>
                    <a:pt x="1777" y="2969"/>
                  </a:cubicBezTo>
                  <a:lnTo>
                    <a:pt x="540" y="2631"/>
                  </a:lnTo>
                  <a:cubicBezTo>
                    <a:pt x="203" y="2541"/>
                    <a:pt x="1" y="2182"/>
                    <a:pt x="91" y="1844"/>
                  </a:cubicBezTo>
                  <a:lnTo>
                    <a:pt x="450" y="518"/>
                  </a:lnTo>
                  <a:cubicBezTo>
                    <a:pt x="540" y="180"/>
                    <a:pt x="878" y="1"/>
                    <a:pt x="1215" y="91"/>
                  </a:cubicBezTo>
                  <a:lnTo>
                    <a:pt x="2474" y="428"/>
                  </a:lnTo>
                  <a:cubicBezTo>
                    <a:pt x="2811" y="518"/>
                    <a:pt x="2991" y="855"/>
                    <a:pt x="2901" y="11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20"/>
          <p:cNvSpPr txBox="1"/>
          <p:nvPr/>
        </p:nvSpPr>
        <p:spPr>
          <a:xfrm>
            <a:off x="3170675" y="4378750"/>
            <a:ext cx="176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GAM</a:t>
            </a:r>
            <a:endParaRPr sz="18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cxnSp>
        <p:nvCxnSpPr>
          <p:cNvPr id="231" name="Google Shape;231;p20"/>
          <p:cNvCxnSpPr>
            <a:stCxn id="232" idx="2"/>
            <a:endCxn id="215" idx="4"/>
          </p:cNvCxnSpPr>
          <p:nvPr/>
        </p:nvCxnSpPr>
        <p:spPr>
          <a:xfrm rot="10800000">
            <a:off x="2218076" y="3042409"/>
            <a:ext cx="365400" cy="16227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0"/>
          <p:cNvSpPr/>
          <p:nvPr/>
        </p:nvSpPr>
        <p:spPr>
          <a:xfrm>
            <a:off x="2583476" y="4436509"/>
            <a:ext cx="457200" cy="45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20"/>
          <p:cNvGrpSpPr/>
          <p:nvPr/>
        </p:nvGrpSpPr>
        <p:grpSpPr>
          <a:xfrm>
            <a:off x="2681277" y="4525173"/>
            <a:ext cx="261592" cy="279874"/>
            <a:chOff x="4779873" y="1863528"/>
            <a:chExt cx="364183" cy="364183"/>
          </a:xfrm>
        </p:grpSpPr>
        <p:sp>
          <p:nvSpPr>
            <p:cNvPr id="234" name="Google Shape;234;p20"/>
            <p:cNvSpPr/>
            <p:nvPr/>
          </p:nvSpPr>
          <p:spPr>
            <a:xfrm>
              <a:off x="4816365" y="2045456"/>
              <a:ext cx="75958" cy="64813"/>
            </a:xfrm>
            <a:custGeom>
              <a:rect b="b" l="l" r="r" t="t"/>
              <a:pathLst>
                <a:path extrusionOk="0" h="3181" w="3728">
                  <a:moveTo>
                    <a:pt x="2118" y="1039"/>
                  </a:moveTo>
                  <a:cubicBezTo>
                    <a:pt x="2397" y="1039"/>
                    <a:pt x="2666" y="1258"/>
                    <a:pt x="2666" y="1593"/>
                  </a:cubicBezTo>
                  <a:cubicBezTo>
                    <a:pt x="2682" y="1882"/>
                    <a:pt x="2441" y="2124"/>
                    <a:pt x="2151" y="2140"/>
                  </a:cubicBezTo>
                  <a:cubicBezTo>
                    <a:pt x="2145" y="2140"/>
                    <a:pt x="2138" y="2140"/>
                    <a:pt x="2131" y="2140"/>
                  </a:cubicBezTo>
                  <a:cubicBezTo>
                    <a:pt x="1646" y="2140"/>
                    <a:pt x="1400" y="1556"/>
                    <a:pt x="1733" y="1207"/>
                  </a:cubicBezTo>
                  <a:cubicBezTo>
                    <a:pt x="1844" y="1091"/>
                    <a:pt x="1982" y="1039"/>
                    <a:pt x="2118" y="1039"/>
                  </a:cubicBezTo>
                  <a:close/>
                  <a:moveTo>
                    <a:pt x="2131" y="0"/>
                  </a:moveTo>
                  <a:cubicBezTo>
                    <a:pt x="713" y="0"/>
                    <a:pt x="0" y="1694"/>
                    <a:pt x="993" y="2703"/>
                  </a:cubicBezTo>
                  <a:cubicBezTo>
                    <a:pt x="1318" y="3033"/>
                    <a:pt x="1721" y="3180"/>
                    <a:pt x="2116" y="3180"/>
                  </a:cubicBezTo>
                  <a:cubicBezTo>
                    <a:pt x="2936" y="3180"/>
                    <a:pt x="3722" y="2547"/>
                    <a:pt x="3712" y="1593"/>
                  </a:cubicBezTo>
                  <a:cubicBezTo>
                    <a:pt x="3728" y="724"/>
                    <a:pt x="3020" y="0"/>
                    <a:pt x="2151" y="0"/>
                  </a:cubicBezTo>
                  <a:cubicBezTo>
                    <a:pt x="2144" y="0"/>
                    <a:pt x="2138" y="0"/>
                    <a:pt x="2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chemeClr val="lt1"/>
                </a:highlight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4866732" y="1863528"/>
              <a:ext cx="195050" cy="191769"/>
            </a:xfrm>
            <a:custGeom>
              <a:rect b="b" l="l" r="r" t="t"/>
              <a:pathLst>
                <a:path extrusionOk="0" h="9412" w="9573">
                  <a:moveTo>
                    <a:pt x="1392" y="0"/>
                  </a:moveTo>
                  <a:cubicBezTo>
                    <a:pt x="1280" y="0"/>
                    <a:pt x="1169" y="37"/>
                    <a:pt x="1079" y="114"/>
                  </a:cubicBezTo>
                  <a:lnTo>
                    <a:pt x="178" y="1031"/>
                  </a:lnTo>
                  <a:cubicBezTo>
                    <a:pt x="1" y="1256"/>
                    <a:pt x="33" y="1578"/>
                    <a:pt x="242" y="1771"/>
                  </a:cubicBezTo>
                  <a:lnTo>
                    <a:pt x="1352" y="2897"/>
                  </a:lnTo>
                  <a:lnTo>
                    <a:pt x="1095" y="3154"/>
                  </a:lnTo>
                  <a:cubicBezTo>
                    <a:pt x="870" y="3379"/>
                    <a:pt x="870" y="3733"/>
                    <a:pt x="1095" y="3958"/>
                  </a:cubicBezTo>
                  <a:lnTo>
                    <a:pt x="6757" y="8479"/>
                  </a:lnTo>
                  <a:lnTo>
                    <a:pt x="6725" y="8511"/>
                  </a:lnTo>
                  <a:cubicBezTo>
                    <a:pt x="6516" y="8720"/>
                    <a:pt x="6516" y="9058"/>
                    <a:pt x="6725" y="9251"/>
                  </a:cubicBezTo>
                  <a:cubicBezTo>
                    <a:pt x="6822" y="9347"/>
                    <a:pt x="6950" y="9412"/>
                    <a:pt x="7095" y="9412"/>
                  </a:cubicBezTo>
                  <a:cubicBezTo>
                    <a:pt x="7224" y="9412"/>
                    <a:pt x="7369" y="9347"/>
                    <a:pt x="7465" y="9251"/>
                  </a:cubicBezTo>
                  <a:lnTo>
                    <a:pt x="9203" y="7481"/>
                  </a:lnTo>
                  <a:cubicBezTo>
                    <a:pt x="9572" y="7099"/>
                    <a:pt x="9225" y="6576"/>
                    <a:pt x="8817" y="6576"/>
                  </a:cubicBezTo>
                  <a:cubicBezTo>
                    <a:pt x="8693" y="6576"/>
                    <a:pt x="8563" y="6625"/>
                    <a:pt x="8446" y="6741"/>
                  </a:cubicBezTo>
                  <a:lnTo>
                    <a:pt x="8414" y="6790"/>
                  </a:lnTo>
                  <a:lnTo>
                    <a:pt x="3974" y="1031"/>
                  </a:lnTo>
                  <a:cubicBezTo>
                    <a:pt x="3862" y="926"/>
                    <a:pt x="3717" y="874"/>
                    <a:pt x="3572" y="874"/>
                  </a:cubicBezTo>
                  <a:cubicBezTo>
                    <a:pt x="3427" y="874"/>
                    <a:pt x="3283" y="926"/>
                    <a:pt x="3170" y="1031"/>
                  </a:cubicBezTo>
                  <a:lnTo>
                    <a:pt x="2897" y="1320"/>
                  </a:lnTo>
                  <a:lnTo>
                    <a:pt x="1803" y="194"/>
                  </a:lnTo>
                  <a:cubicBezTo>
                    <a:pt x="1693" y="66"/>
                    <a:pt x="1541" y="0"/>
                    <a:pt x="13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chemeClr val="lt1"/>
                </a:highlight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4847722" y="1973349"/>
              <a:ext cx="81643" cy="62612"/>
            </a:xfrm>
            <a:custGeom>
              <a:rect b="b" l="l" r="r" t="t"/>
              <a:pathLst>
                <a:path extrusionOk="0" h="3073" w="4007">
                  <a:moveTo>
                    <a:pt x="2140" y="0"/>
                  </a:moveTo>
                  <a:cubicBezTo>
                    <a:pt x="1207" y="644"/>
                    <a:pt x="467" y="1528"/>
                    <a:pt x="1" y="2558"/>
                  </a:cubicBezTo>
                  <a:cubicBezTo>
                    <a:pt x="194" y="2510"/>
                    <a:pt x="403" y="2494"/>
                    <a:pt x="596" y="2494"/>
                  </a:cubicBezTo>
                  <a:cubicBezTo>
                    <a:pt x="1191" y="2494"/>
                    <a:pt x="1770" y="2687"/>
                    <a:pt x="2237" y="3073"/>
                  </a:cubicBezTo>
                  <a:cubicBezTo>
                    <a:pt x="2655" y="2381"/>
                    <a:pt x="3267" y="1834"/>
                    <a:pt x="4006" y="1496"/>
                  </a:cubicBezTo>
                  <a:lnTo>
                    <a:pt x="21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chemeClr val="lt1"/>
                </a:highlight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4779873" y="2091340"/>
              <a:ext cx="364183" cy="136370"/>
            </a:xfrm>
            <a:custGeom>
              <a:rect b="b" l="l" r="r" t="t"/>
              <a:pathLst>
                <a:path extrusionOk="0" h="6693" w="17874">
                  <a:moveTo>
                    <a:pt x="12709" y="0"/>
                  </a:moveTo>
                  <a:cubicBezTo>
                    <a:pt x="12098" y="0"/>
                    <a:pt x="11986" y="901"/>
                    <a:pt x="12597" y="1046"/>
                  </a:cubicBezTo>
                  <a:cubicBezTo>
                    <a:pt x="11888" y="2566"/>
                    <a:pt x="10438" y="3346"/>
                    <a:pt x="8984" y="3346"/>
                  </a:cubicBezTo>
                  <a:cubicBezTo>
                    <a:pt x="7667" y="3346"/>
                    <a:pt x="6347" y="2707"/>
                    <a:pt x="5567" y="1400"/>
                  </a:cubicBezTo>
                  <a:cubicBezTo>
                    <a:pt x="5100" y="1770"/>
                    <a:pt x="4537" y="1979"/>
                    <a:pt x="3942" y="1979"/>
                  </a:cubicBezTo>
                  <a:cubicBezTo>
                    <a:pt x="3733" y="1979"/>
                    <a:pt x="3524" y="1947"/>
                    <a:pt x="3315" y="1899"/>
                  </a:cubicBezTo>
                  <a:lnTo>
                    <a:pt x="3315" y="1899"/>
                  </a:lnTo>
                  <a:cubicBezTo>
                    <a:pt x="3765" y="2912"/>
                    <a:pt x="4489" y="3781"/>
                    <a:pt x="5374" y="4424"/>
                  </a:cubicBezTo>
                  <a:lnTo>
                    <a:pt x="1111" y="4424"/>
                  </a:lnTo>
                  <a:cubicBezTo>
                    <a:pt x="500" y="4424"/>
                    <a:pt x="1" y="4923"/>
                    <a:pt x="1" y="5534"/>
                  </a:cubicBezTo>
                  <a:lnTo>
                    <a:pt x="1" y="6692"/>
                  </a:lnTo>
                  <a:lnTo>
                    <a:pt x="17873" y="6692"/>
                  </a:lnTo>
                  <a:lnTo>
                    <a:pt x="17873" y="5534"/>
                  </a:lnTo>
                  <a:cubicBezTo>
                    <a:pt x="17873" y="4923"/>
                    <a:pt x="17375" y="4424"/>
                    <a:pt x="16763" y="4424"/>
                  </a:cubicBezTo>
                  <a:lnTo>
                    <a:pt x="12597" y="4424"/>
                  </a:lnTo>
                  <a:cubicBezTo>
                    <a:pt x="13739" y="3604"/>
                    <a:pt x="14576" y="2413"/>
                    <a:pt x="14962" y="1062"/>
                  </a:cubicBezTo>
                  <a:lnTo>
                    <a:pt x="15058" y="1062"/>
                  </a:lnTo>
                  <a:cubicBezTo>
                    <a:pt x="15702" y="1014"/>
                    <a:pt x="15702" y="49"/>
                    <a:pt x="150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chemeClr val="lt1"/>
                </a:highlight>
              </a:endParaRPr>
            </a:p>
          </p:txBody>
        </p:sp>
      </p:grpSp>
      <p:cxnSp>
        <p:nvCxnSpPr>
          <p:cNvPr id="238" name="Google Shape;238;p20"/>
          <p:cNvCxnSpPr/>
          <p:nvPr/>
        </p:nvCxnSpPr>
        <p:spPr>
          <a:xfrm>
            <a:off x="4876963" y="1355988"/>
            <a:ext cx="9300" cy="35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0"/>
          <p:cNvSpPr txBox="1"/>
          <p:nvPr/>
        </p:nvSpPr>
        <p:spPr>
          <a:xfrm>
            <a:off x="4931975" y="1389738"/>
            <a:ext cx="37053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40" name="Google Shape;240;p20"/>
          <p:cNvGraphicFramePr/>
          <p:nvPr/>
        </p:nvGraphicFramePr>
        <p:xfrm>
          <a:off x="5010125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{75307413-764D-4607-A09A-1AC17E03A6D6}</a:tableStyleId>
              </a:tblPr>
              <a:tblGrid>
                <a:gridCol w="960775"/>
                <a:gridCol w="530150"/>
                <a:gridCol w="581375"/>
                <a:gridCol w="1017975"/>
                <a:gridCol w="986450"/>
              </a:tblGrid>
              <a:tr h="12700">
                <a:tc gridSpan="5"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17-week model performance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hMerge="1"/>
                <a:tc hMerge="1"/>
                <a:tc hMerge="1"/>
                <a:tc hMerge="1"/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MSE - scaled 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 - scaled 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0.523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0.847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0.523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0.847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BKMR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 Learner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0.547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0.848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0.561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0.847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Linear Model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0.572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0.846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0.572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0.846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GAM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0.575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0.575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0.598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0.600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0.847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PolyMars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0.804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0.799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350" marB="27350" marR="27350" marL="273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0"/>
          <p:cNvSpPr txBox="1"/>
          <p:nvPr/>
        </p:nvSpPr>
        <p:spPr>
          <a:xfrm>
            <a:off x="5159775" y="4401100"/>
            <a:ext cx="3705300" cy="5280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EXTREME GRADIENT BOOSTING ON 17-WEEK EXPOSURE 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0"/>
          <p:cNvSpPr/>
          <p:nvPr/>
        </p:nvSpPr>
        <p:spPr>
          <a:xfrm flipH="1">
            <a:off x="6917688" y="3687888"/>
            <a:ext cx="261600" cy="57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88" y="1017350"/>
            <a:ext cx="4344987" cy="327802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>
            <p:ph type="title"/>
          </p:nvPr>
        </p:nvSpPr>
        <p:spPr>
          <a:xfrm>
            <a:off x="777350" y="3495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PERFORMANCE: Bland-Altman and ROC Curve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3207725" y="1608775"/>
            <a:ext cx="11907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MSE = 0.392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0" name="Google Shape;2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925" y="1192525"/>
            <a:ext cx="3763126" cy="33456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21"/>
          <p:cNvCxnSpPr/>
          <p:nvPr/>
        </p:nvCxnSpPr>
        <p:spPr>
          <a:xfrm>
            <a:off x="4614500" y="1086725"/>
            <a:ext cx="41100" cy="33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/>
          <p:nvPr>
            <p:ph type="title"/>
          </p:nvPr>
        </p:nvSpPr>
        <p:spPr>
          <a:xfrm>
            <a:off x="853675" y="398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Explainability: Importance and SHAP</a:t>
            </a:r>
            <a:endParaRPr/>
          </a:p>
        </p:txBody>
      </p:sp>
      <p:grpSp>
        <p:nvGrpSpPr>
          <p:cNvPr id="257" name="Google Shape;257;p22"/>
          <p:cNvGrpSpPr/>
          <p:nvPr/>
        </p:nvGrpSpPr>
        <p:grpSpPr>
          <a:xfrm>
            <a:off x="69175" y="1216925"/>
            <a:ext cx="4103050" cy="3214125"/>
            <a:chOff x="69162" y="1216954"/>
            <a:chExt cx="4776542" cy="2524049"/>
          </a:xfrm>
        </p:grpSpPr>
        <p:pic>
          <p:nvPicPr>
            <p:cNvPr id="258" name="Google Shape;25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162" y="1216954"/>
              <a:ext cx="4776542" cy="2524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22"/>
            <p:cNvSpPr/>
            <p:nvPr/>
          </p:nvSpPr>
          <p:spPr>
            <a:xfrm>
              <a:off x="140087" y="1277108"/>
              <a:ext cx="4634700" cy="491100"/>
            </a:xfrm>
            <a:prstGeom prst="rect">
              <a:avLst/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60" name="Google Shape;260;p22"/>
          <p:cNvSpPr/>
          <p:nvPr/>
        </p:nvSpPr>
        <p:spPr>
          <a:xfrm>
            <a:off x="8521375" y="1619100"/>
            <a:ext cx="285900" cy="2382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1" name="Google Shape;261;p22"/>
          <p:cNvGrpSpPr/>
          <p:nvPr/>
        </p:nvGrpSpPr>
        <p:grpSpPr>
          <a:xfrm>
            <a:off x="4359620" y="1291089"/>
            <a:ext cx="4691284" cy="3483826"/>
            <a:chOff x="3947850" y="1619100"/>
            <a:chExt cx="5102549" cy="3155925"/>
          </a:xfrm>
        </p:grpSpPr>
        <p:pic>
          <p:nvPicPr>
            <p:cNvPr id="262" name="Google Shape;262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47850" y="1619100"/>
              <a:ext cx="5102549" cy="3155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22"/>
            <p:cNvSpPr/>
            <p:nvPr/>
          </p:nvSpPr>
          <p:spPr>
            <a:xfrm>
              <a:off x="4088212" y="1667799"/>
              <a:ext cx="4924800" cy="5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5540550" y="1619100"/>
              <a:ext cx="285900" cy="23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6084550" y="2571475"/>
              <a:ext cx="285900" cy="23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266" name="Google Shape;266;p22"/>
          <p:cNvCxnSpPr/>
          <p:nvPr/>
        </p:nvCxnSpPr>
        <p:spPr>
          <a:xfrm flipH="1">
            <a:off x="4347925" y="1216925"/>
            <a:ext cx="11700" cy="34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2"/>
          <p:cNvSpPr/>
          <p:nvPr/>
        </p:nvSpPr>
        <p:spPr>
          <a:xfrm>
            <a:off x="8569074" y="1291089"/>
            <a:ext cx="262800" cy="2628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5838249" y="1291089"/>
            <a:ext cx="262800" cy="2628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4473700" y="1325876"/>
            <a:ext cx="4513800" cy="6309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>
            <p:ph type="title"/>
          </p:nvPr>
        </p:nvSpPr>
        <p:spPr>
          <a:xfrm>
            <a:off x="876925" y="40145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Missing values handling</a:t>
            </a:r>
            <a:endParaRPr/>
          </a:p>
        </p:txBody>
      </p:sp>
      <p:sp>
        <p:nvSpPr>
          <p:cNvPr id="275" name="Google Shape;275;p23"/>
          <p:cNvSpPr txBox="1"/>
          <p:nvPr>
            <p:ph idx="1" type="subTitle"/>
          </p:nvPr>
        </p:nvSpPr>
        <p:spPr>
          <a:xfrm>
            <a:off x="-57475" y="766675"/>
            <a:ext cx="4447500" cy="19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XGBoost can handle missing data efficiently, we computed the model without imputing the unobserved values on the exposure (exposure in [-8, 8])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2212" y="2134675"/>
            <a:ext cx="4595624" cy="284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50" y="2134675"/>
            <a:ext cx="3801852" cy="234777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4418163" y="1033325"/>
            <a:ext cx="4643700" cy="12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MSE = 0.390 (vs. 0.392); AUC = 0.878 (vs. 0.878)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</a:pP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Consistent results</a:t>
            </a: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in terms of importance and SHAP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9" name="Google Shape;279;p23"/>
          <p:cNvCxnSpPr/>
          <p:nvPr/>
        </p:nvCxnSpPr>
        <p:spPr>
          <a:xfrm>
            <a:off x="4347875" y="2169775"/>
            <a:ext cx="0" cy="25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/>
          <p:nvPr>
            <p:ph idx="1" type="subTitle"/>
          </p:nvPr>
        </p:nvSpPr>
        <p:spPr>
          <a:xfrm>
            <a:off x="714250" y="1206800"/>
            <a:ext cx="7223400" cy="68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estimator chosen for the predictions is the </a:t>
            </a:r>
            <a:r>
              <a:rPr b="1" lang="en" sz="1400"/>
              <a:t>XGBoost</a:t>
            </a:r>
            <a:r>
              <a:rPr lang="en" sz="1400"/>
              <a:t> with </a:t>
            </a:r>
            <a:r>
              <a:rPr lang="en" sz="1400"/>
              <a:t>the </a:t>
            </a:r>
            <a:r>
              <a:rPr b="1" lang="en" sz="1400"/>
              <a:t>17 week exposure</a:t>
            </a:r>
            <a:endParaRPr b="1" sz="1400"/>
          </a:p>
        </p:txBody>
      </p:sp>
      <p:sp>
        <p:nvSpPr>
          <p:cNvPr id="285" name="Google Shape;285;p24"/>
          <p:cNvSpPr txBox="1"/>
          <p:nvPr>
            <p:ph type="title"/>
          </p:nvPr>
        </p:nvSpPr>
        <p:spPr>
          <a:xfrm>
            <a:off x="859750" y="4130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 Key findings</a:t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714290" y="1931163"/>
            <a:ext cx="3667200" cy="410202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-8  -7  -6  -5  -4  -3  -2  -1</a:t>
            </a:r>
            <a:endParaRPr sz="18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3936990" y="1931163"/>
            <a:ext cx="1047900" cy="410202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0</a:t>
            </a:r>
            <a:endParaRPr sz="18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4751291" y="1931163"/>
            <a:ext cx="3186300" cy="4101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    </a:t>
            </a:r>
            <a:r>
              <a:rPr lang="en" sz="18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1   2   3   4   5   6   7   8 </a:t>
            </a:r>
            <a:endParaRPr sz="18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3577150" y="2412824"/>
            <a:ext cx="2910300" cy="3042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rPr>
              <a:t>Weeks Since Birth</a:t>
            </a:r>
            <a:endParaRPr sz="1300">
              <a:solidFill>
                <a:schemeClr val="dk2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963040" y="1952330"/>
            <a:ext cx="411600" cy="367867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3165540" y="1969680"/>
            <a:ext cx="411600" cy="367800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1682415" y="1952343"/>
            <a:ext cx="411600" cy="367800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4255140" y="1952330"/>
            <a:ext cx="411600" cy="367867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5415615" y="1969559"/>
            <a:ext cx="411600" cy="368100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787000" y="3554850"/>
            <a:ext cx="70779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Socio-demographic covariates have no importance nor impact on the cord blood lead levels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Low influence of exposure missing values on the performance of the model - validity of imputation method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787000" y="2753825"/>
            <a:ext cx="72234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most important timepoints with highest SHAP are +2, -2, -6, -8 and 0 weeks since birth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/>
          <p:nvPr/>
        </p:nvSpPr>
        <p:spPr>
          <a:xfrm>
            <a:off x="4157405" y="3945680"/>
            <a:ext cx="359764" cy="306190"/>
          </a:xfrm>
          <a:custGeom>
            <a:rect b="b" l="l" r="r" t="t"/>
            <a:pathLst>
              <a:path extrusionOk="0" h="5571" w="6546">
                <a:moveTo>
                  <a:pt x="0" y="1"/>
                </a:moveTo>
                <a:lnTo>
                  <a:pt x="1114" y="4072"/>
                </a:lnTo>
                <a:lnTo>
                  <a:pt x="1241" y="4491"/>
                </a:lnTo>
                <a:cubicBezTo>
                  <a:pt x="1351" y="4948"/>
                  <a:pt x="1771" y="5276"/>
                  <a:pt x="2245" y="5313"/>
                </a:cubicBezTo>
                <a:lnTo>
                  <a:pt x="5933" y="5568"/>
                </a:lnTo>
                <a:cubicBezTo>
                  <a:pt x="5949" y="5570"/>
                  <a:pt x="5964" y="5571"/>
                  <a:pt x="5979" y="5571"/>
                </a:cubicBezTo>
                <a:cubicBezTo>
                  <a:pt x="6319" y="5571"/>
                  <a:pt x="6546" y="5189"/>
                  <a:pt x="6371" y="4875"/>
                </a:cubicBezTo>
                <a:cubicBezTo>
                  <a:pt x="6243" y="4692"/>
                  <a:pt x="5002" y="4181"/>
                  <a:pt x="4363" y="3871"/>
                </a:cubicBezTo>
                <a:cubicBezTo>
                  <a:pt x="4235" y="3816"/>
                  <a:pt x="4107" y="3743"/>
                  <a:pt x="3998" y="3633"/>
                </a:cubicBezTo>
                <a:cubicBezTo>
                  <a:pt x="3998" y="3615"/>
                  <a:pt x="3961" y="3506"/>
                  <a:pt x="3943" y="3360"/>
                </a:cubicBezTo>
                <a:cubicBezTo>
                  <a:pt x="3815" y="2666"/>
                  <a:pt x="3523" y="950"/>
                  <a:pt x="3523" y="950"/>
                </a:cubicBezTo>
                <a:lnTo>
                  <a:pt x="0" y="1"/>
                </a:lnTo>
                <a:close/>
              </a:path>
            </a:pathLst>
          </a:custGeom>
          <a:solidFill>
            <a:srgbClr val="8356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4218576" y="4129303"/>
            <a:ext cx="298814" cy="122509"/>
          </a:xfrm>
          <a:custGeom>
            <a:rect b="b" l="l" r="r" t="t"/>
            <a:pathLst>
              <a:path extrusionOk="0" h="2229" w="5437">
                <a:moveTo>
                  <a:pt x="2830" y="0"/>
                </a:moveTo>
                <a:cubicBezTo>
                  <a:pt x="2757" y="19"/>
                  <a:pt x="2702" y="19"/>
                  <a:pt x="2648" y="55"/>
                </a:cubicBezTo>
                <a:cubicBezTo>
                  <a:pt x="2374" y="183"/>
                  <a:pt x="2136" y="877"/>
                  <a:pt x="2136" y="877"/>
                </a:cubicBezTo>
                <a:lnTo>
                  <a:pt x="1" y="712"/>
                </a:lnTo>
                <a:lnTo>
                  <a:pt x="1" y="712"/>
                </a:lnTo>
                <a:lnTo>
                  <a:pt x="128" y="1132"/>
                </a:lnTo>
                <a:cubicBezTo>
                  <a:pt x="238" y="1589"/>
                  <a:pt x="658" y="1917"/>
                  <a:pt x="1132" y="1954"/>
                </a:cubicBezTo>
                <a:lnTo>
                  <a:pt x="4820" y="2227"/>
                </a:lnTo>
                <a:cubicBezTo>
                  <a:pt x="4828" y="2228"/>
                  <a:pt x="4837" y="2228"/>
                  <a:pt x="4845" y="2228"/>
                </a:cubicBezTo>
                <a:cubicBezTo>
                  <a:pt x="5197" y="2228"/>
                  <a:pt x="5436" y="1855"/>
                  <a:pt x="5258" y="1534"/>
                </a:cubicBezTo>
                <a:cubicBezTo>
                  <a:pt x="5130" y="1351"/>
                  <a:pt x="3889" y="840"/>
                  <a:pt x="3250" y="511"/>
                </a:cubicBezTo>
                <a:cubicBezTo>
                  <a:pt x="3250" y="511"/>
                  <a:pt x="3159" y="347"/>
                  <a:pt x="3104" y="219"/>
                </a:cubicBezTo>
                <a:cubicBezTo>
                  <a:pt x="3067" y="92"/>
                  <a:pt x="2958" y="19"/>
                  <a:pt x="28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3363779" y="3796188"/>
            <a:ext cx="237809" cy="455465"/>
          </a:xfrm>
          <a:custGeom>
            <a:rect b="b" l="l" r="r" t="t"/>
            <a:pathLst>
              <a:path extrusionOk="0" h="8287" w="4327">
                <a:moveTo>
                  <a:pt x="2446" y="1"/>
                </a:moveTo>
                <a:lnTo>
                  <a:pt x="438" y="3706"/>
                </a:lnTo>
                <a:lnTo>
                  <a:pt x="219" y="4090"/>
                </a:lnTo>
                <a:cubicBezTo>
                  <a:pt x="0" y="4510"/>
                  <a:pt x="55" y="5021"/>
                  <a:pt x="384" y="5368"/>
                </a:cubicBezTo>
                <a:lnTo>
                  <a:pt x="2866" y="8124"/>
                </a:lnTo>
                <a:cubicBezTo>
                  <a:pt x="2957" y="8236"/>
                  <a:pt x="3080" y="8286"/>
                  <a:pt x="3202" y="8286"/>
                </a:cubicBezTo>
                <a:cubicBezTo>
                  <a:pt x="3400" y="8286"/>
                  <a:pt x="3595" y="8156"/>
                  <a:pt x="3651" y="7942"/>
                </a:cubicBezTo>
                <a:cubicBezTo>
                  <a:pt x="3688" y="7704"/>
                  <a:pt x="3158" y="6481"/>
                  <a:pt x="2921" y="5824"/>
                </a:cubicBezTo>
                <a:cubicBezTo>
                  <a:pt x="2848" y="5678"/>
                  <a:pt x="2812" y="5532"/>
                  <a:pt x="2793" y="5386"/>
                </a:cubicBezTo>
                <a:cubicBezTo>
                  <a:pt x="2812" y="5368"/>
                  <a:pt x="2866" y="5276"/>
                  <a:pt x="2958" y="5149"/>
                </a:cubicBezTo>
                <a:cubicBezTo>
                  <a:pt x="3341" y="4564"/>
                  <a:pt x="4327" y="3122"/>
                  <a:pt x="4327" y="3122"/>
                </a:cubicBezTo>
                <a:lnTo>
                  <a:pt x="2446" y="1"/>
                </a:lnTo>
                <a:close/>
              </a:path>
            </a:pathLst>
          </a:custGeom>
          <a:solidFill>
            <a:srgbClr val="8356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3363779" y="3999871"/>
            <a:ext cx="202690" cy="251778"/>
          </a:xfrm>
          <a:custGeom>
            <a:rect b="b" l="l" r="r" t="t"/>
            <a:pathLst>
              <a:path extrusionOk="0" h="4581" w="3688">
                <a:moveTo>
                  <a:pt x="438" y="0"/>
                </a:moveTo>
                <a:lnTo>
                  <a:pt x="219" y="384"/>
                </a:lnTo>
                <a:cubicBezTo>
                  <a:pt x="0" y="804"/>
                  <a:pt x="55" y="1315"/>
                  <a:pt x="384" y="1662"/>
                </a:cubicBezTo>
                <a:lnTo>
                  <a:pt x="2866" y="4418"/>
                </a:lnTo>
                <a:cubicBezTo>
                  <a:pt x="2957" y="4530"/>
                  <a:pt x="3080" y="4580"/>
                  <a:pt x="3202" y="4580"/>
                </a:cubicBezTo>
                <a:cubicBezTo>
                  <a:pt x="3400" y="4580"/>
                  <a:pt x="3595" y="4450"/>
                  <a:pt x="3651" y="4236"/>
                </a:cubicBezTo>
                <a:cubicBezTo>
                  <a:pt x="3688" y="3998"/>
                  <a:pt x="3158" y="2775"/>
                  <a:pt x="2921" y="2118"/>
                </a:cubicBezTo>
                <a:cubicBezTo>
                  <a:pt x="2921" y="2118"/>
                  <a:pt x="2958" y="1917"/>
                  <a:pt x="3012" y="1789"/>
                </a:cubicBezTo>
                <a:cubicBezTo>
                  <a:pt x="3067" y="1680"/>
                  <a:pt x="3049" y="1534"/>
                  <a:pt x="2958" y="1443"/>
                </a:cubicBezTo>
                <a:cubicBezTo>
                  <a:pt x="2903" y="1406"/>
                  <a:pt x="2848" y="1370"/>
                  <a:pt x="2793" y="1351"/>
                </a:cubicBezTo>
                <a:cubicBezTo>
                  <a:pt x="2758" y="1340"/>
                  <a:pt x="2717" y="1335"/>
                  <a:pt x="2673" y="1335"/>
                </a:cubicBezTo>
                <a:cubicBezTo>
                  <a:pt x="2355" y="1335"/>
                  <a:pt x="1862" y="1589"/>
                  <a:pt x="1862" y="1589"/>
                </a:cubicBezTo>
                <a:lnTo>
                  <a:pt x="43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3769111" y="2623335"/>
            <a:ext cx="581965" cy="1373596"/>
          </a:xfrm>
          <a:custGeom>
            <a:rect b="b" l="l" r="r" t="t"/>
            <a:pathLst>
              <a:path extrusionOk="0" h="24992" w="10589">
                <a:moveTo>
                  <a:pt x="274" y="0"/>
                </a:moveTo>
                <a:cubicBezTo>
                  <a:pt x="274" y="0"/>
                  <a:pt x="92" y="822"/>
                  <a:pt x="55" y="3268"/>
                </a:cubicBezTo>
                <a:cubicBezTo>
                  <a:pt x="0" y="5733"/>
                  <a:pt x="2447" y="11885"/>
                  <a:pt x="3451" y="14769"/>
                </a:cubicBezTo>
                <a:cubicBezTo>
                  <a:pt x="4436" y="17635"/>
                  <a:pt x="6499" y="24718"/>
                  <a:pt x="6499" y="24718"/>
                </a:cubicBezTo>
                <a:lnTo>
                  <a:pt x="10588" y="24992"/>
                </a:lnTo>
                <a:cubicBezTo>
                  <a:pt x="10588" y="24992"/>
                  <a:pt x="9383" y="16777"/>
                  <a:pt x="8799" y="13035"/>
                </a:cubicBezTo>
                <a:cubicBezTo>
                  <a:pt x="8215" y="9311"/>
                  <a:pt x="6499" y="1716"/>
                  <a:pt x="6499" y="1716"/>
                </a:cubicBezTo>
                <a:lnTo>
                  <a:pt x="27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3410935" y="2592667"/>
            <a:ext cx="528765" cy="1384204"/>
          </a:xfrm>
          <a:custGeom>
            <a:rect b="b" l="l" r="r" t="t"/>
            <a:pathLst>
              <a:path extrusionOk="0" h="25185" w="9621">
                <a:moveTo>
                  <a:pt x="7497" y="0"/>
                </a:moveTo>
                <a:cubicBezTo>
                  <a:pt x="6915" y="0"/>
                  <a:pt x="5827" y="366"/>
                  <a:pt x="5276" y="1599"/>
                </a:cubicBezTo>
                <a:cubicBezTo>
                  <a:pt x="4491" y="3333"/>
                  <a:pt x="3779" y="11658"/>
                  <a:pt x="3213" y="14761"/>
                </a:cubicBezTo>
                <a:cubicBezTo>
                  <a:pt x="2647" y="17864"/>
                  <a:pt x="0" y="23122"/>
                  <a:pt x="0" y="23122"/>
                </a:cubicBezTo>
                <a:lnTo>
                  <a:pt x="3377" y="25185"/>
                </a:lnTo>
                <a:cubicBezTo>
                  <a:pt x="3377" y="25185"/>
                  <a:pt x="7065" y="19672"/>
                  <a:pt x="7868" y="17390"/>
                </a:cubicBezTo>
                <a:cubicBezTo>
                  <a:pt x="8525" y="15546"/>
                  <a:pt x="9438" y="11347"/>
                  <a:pt x="9438" y="11347"/>
                </a:cubicBezTo>
                <a:cubicBezTo>
                  <a:pt x="9438" y="11347"/>
                  <a:pt x="9621" y="7240"/>
                  <a:pt x="9584" y="6053"/>
                </a:cubicBezTo>
                <a:cubicBezTo>
                  <a:pt x="9529" y="4848"/>
                  <a:pt x="7941" y="431"/>
                  <a:pt x="7886" y="139"/>
                </a:cubicBezTo>
                <a:cubicBezTo>
                  <a:pt x="7876" y="56"/>
                  <a:pt x="7726" y="0"/>
                  <a:pt x="749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3700905" y="1809647"/>
            <a:ext cx="132452" cy="132512"/>
          </a:xfrm>
          <a:custGeom>
            <a:rect b="b" l="l" r="r" t="t"/>
            <a:pathLst>
              <a:path extrusionOk="0" h="2411" w="2410">
                <a:moveTo>
                  <a:pt x="1205" y="1"/>
                </a:moveTo>
                <a:cubicBezTo>
                  <a:pt x="529" y="1"/>
                  <a:pt x="0" y="548"/>
                  <a:pt x="0" y="1205"/>
                </a:cubicBezTo>
                <a:cubicBezTo>
                  <a:pt x="0" y="1863"/>
                  <a:pt x="529" y="2410"/>
                  <a:pt x="1205" y="2410"/>
                </a:cubicBezTo>
                <a:cubicBezTo>
                  <a:pt x="1862" y="2410"/>
                  <a:pt x="2410" y="1863"/>
                  <a:pt x="2410" y="1205"/>
                </a:cubicBezTo>
                <a:cubicBezTo>
                  <a:pt x="2410" y="548"/>
                  <a:pt x="1862" y="1"/>
                  <a:pt x="1205" y="1"/>
                </a:cubicBezTo>
                <a:close/>
              </a:path>
            </a:pathLst>
          </a:custGeom>
          <a:solidFill>
            <a:srgbClr val="1E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3781147" y="1793598"/>
            <a:ext cx="264904" cy="288877"/>
          </a:xfrm>
          <a:custGeom>
            <a:rect b="b" l="l" r="r" t="t"/>
            <a:pathLst>
              <a:path extrusionOk="0" h="5256" w="4820">
                <a:moveTo>
                  <a:pt x="2880" y="0"/>
                </a:moveTo>
                <a:cubicBezTo>
                  <a:pt x="2400" y="0"/>
                  <a:pt x="1909" y="82"/>
                  <a:pt x="1461" y="128"/>
                </a:cubicBezTo>
                <a:cubicBezTo>
                  <a:pt x="749" y="201"/>
                  <a:pt x="183" y="1205"/>
                  <a:pt x="73" y="1863"/>
                </a:cubicBezTo>
                <a:cubicBezTo>
                  <a:pt x="0" y="2538"/>
                  <a:pt x="110" y="3232"/>
                  <a:pt x="420" y="3852"/>
                </a:cubicBezTo>
                <a:cubicBezTo>
                  <a:pt x="603" y="4181"/>
                  <a:pt x="804" y="4491"/>
                  <a:pt x="1041" y="4802"/>
                </a:cubicBezTo>
                <a:cubicBezTo>
                  <a:pt x="1150" y="4966"/>
                  <a:pt x="1315" y="5112"/>
                  <a:pt x="1479" y="5221"/>
                </a:cubicBezTo>
                <a:cubicBezTo>
                  <a:pt x="1519" y="5246"/>
                  <a:pt x="1560" y="5256"/>
                  <a:pt x="1601" y="5256"/>
                </a:cubicBezTo>
                <a:cubicBezTo>
                  <a:pt x="1843" y="5256"/>
                  <a:pt x="2103" y="4903"/>
                  <a:pt x="2337" y="4856"/>
                </a:cubicBezTo>
                <a:cubicBezTo>
                  <a:pt x="2684" y="4783"/>
                  <a:pt x="3140" y="4838"/>
                  <a:pt x="3396" y="4583"/>
                </a:cubicBezTo>
                <a:cubicBezTo>
                  <a:pt x="4181" y="3816"/>
                  <a:pt x="4710" y="3067"/>
                  <a:pt x="4765" y="1753"/>
                </a:cubicBezTo>
                <a:cubicBezTo>
                  <a:pt x="4820" y="840"/>
                  <a:pt x="4400" y="311"/>
                  <a:pt x="3706" y="110"/>
                </a:cubicBezTo>
                <a:cubicBezTo>
                  <a:pt x="3442" y="29"/>
                  <a:pt x="3163" y="0"/>
                  <a:pt x="2880" y="0"/>
                </a:cubicBezTo>
                <a:close/>
              </a:path>
            </a:pathLst>
          </a:custGeom>
          <a:solidFill>
            <a:srgbClr val="1E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3846330" y="1995248"/>
            <a:ext cx="111458" cy="161587"/>
          </a:xfrm>
          <a:custGeom>
            <a:rect b="b" l="l" r="r" t="t"/>
            <a:pathLst>
              <a:path extrusionOk="0" h="2940" w="2028">
                <a:moveTo>
                  <a:pt x="92" y="1"/>
                </a:moveTo>
                <a:lnTo>
                  <a:pt x="1" y="2867"/>
                </a:lnTo>
                <a:lnTo>
                  <a:pt x="1918" y="2940"/>
                </a:lnTo>
                <a:lnTo>
                  <a:pt x="2027" y="74"/>
                </a:lnTo>
                <a:lnTo>
                  <a:pt x="92" y="1"/>
                </a:lnTo>
                <a:close/>
              </a:path>
            </a:pathLst>
          </a:custGeom>
          <a:solidFill>
            <a:srgbClr val="8356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3859411" y="1995248"/>
            <a:ext cx="98377" cy="140536"/>
          </a:xfrm>
          <a:custGeom>
            <a:rect b="b" l="l" r="r" t="t"/>
            <a:pathLst>
              <a:path extrusionOk="0" h="2557" w="1790">
                <a:moveTo>
                  <a:pt x="19" y="1"/>
                </a:moveTo>
                <a:lnTo>
                  <a:pt x="19" y="1"/>
                </a:lnTo>
                <a:cubicBezTo>
                  <a:pt x="0" y="548"/>
                  <a:pt x="110" y="1096"/>
                  <a:pt x="347" y="1589"/>
                </a:cubicBezTo>
                <a:cubicBezTo>
                  <a:pt x="639" y="2082"/>
                  <a:pt x="1132" y="2429"/>
                  <a:pt x="1716" y="2557"/>
                </a:cubicBezTo>
                <a:lnTo>
                  <a:pt x="1789" y="74"/>
                </a:lnTo>
                <a:lnTo>
                  <a:pt x="19" y="1"/>
                </a:lnTo>
                <a:close/>
              </a:path>
            </a:pathLst>
          </a:custGeom>
          <a:solidFill>
            <a:srgbClr val="3D2E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3783126" y="1920557"/>
            <a:ext cx="82329" cy="121080"/>
          </a:xfrm>
          <a:custGeom>
            <a:rect b="b" l="l" r="r" t="t"/>
            <a:pathLst>
              <a:path extrusionOk="0" h="2203" w="1498">
                <a:moveTo>
                  <a:pt x="727" y="0"/>
                </a:moveTo>
                <a:cubicBezTo>
                  <a:pt x="343" y="0"/>
                  <a:pt x="54" y="529"/>
                  <a:pt x="37" y="885"/>
                </a:cubicBezTo>
                <a:cubicBezTo>
                  <a:pt x="1" y="1378"/>
                  <a:pt x="256" y="1853"/>
                  <a:pt x="676" y="2127"/>
                </a:cubicBezTo>
                <a:cubicBezTo>
                  <a:pt x="785" y="2179"/>
                  <a:pt x="882" y="2203"/>
                  <a:pt x="967" y="2203"/>
                </a:cubicBezTo>
                <a:cubicBezTo>
                  <a:pt x="1326" y="2203"/>
                  <a:pt x="1483" y="1787"/>
                  <a:pt x="1498" y="1360"/>
                </a:cubicBezTo>
                <a:cubicBezTo>
                  <a:pt x="1498" y="940"/>
                  <a:pt x="1352" y="191"/>
                  <a:pt x="877" y="27"/>
                </a:cubicBezTo>
                <a:cubicBezTo>
                  <a:pt x="826" y="9"/>
                  <a:pt x="775" y="0"/>
                  <a:pt x="727" y="0"/>
                </a:cubicBezTo>
                <a:close/>
              </a:path>
            </a:pathLst>
          </a:custGeom>
          <a:solidFill>
            <a:srgbClr val="8356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3829292" y="1812395"/>
            <a:ext cx="211759" cy="285250"/>
          </a:xfrm>
          <a:custGeom>
            <a:rect b="b" l="l" r="r" t="t"/>
            <a:pathLst>
              <a:path extrusionOk="0" h="5190" w="3853">
                <a:moveTo>
                  <a:pt x="1812" y="0"/>
                </a:moveTo>
                <a:cubicBezTo>
                  <a:pt x="1267" y="0"/>
                  <a:pt x="726" y="282"/>
                  <a:pt x="439" y="827"/>
                </a:cubicBezTo>
                <a:cubicBezTo>
                  <a:pt x="1" y="1612"/>
                  <a:pt x="128" y="2780"/>
                  <a:pt x="439" y="3620"/>
                </a:cubicBezTo>
                <a:cubicBezTo>
                  <a:pt x="585" y="4131"/>
                  <a:pt x="913" y="4569"/>
                  <a:pt x="1352" y="4879"/>
                </a:cubicBezTo>
                <a:cubicBezTo>
                  <a:pt x="1622" y="5063"/>
                  <a:pt x="1899" y="5190"/>
                  <a:pt x="2179" y="5190"/>
                </a:cubicBezTo>
                <a:cubicBezTo>
                  <a:pt x="2371" y="5190"/>
                  <a:pt x="2564" y="5130"/>
                  <a:pt x="2757" y="4989"/>
                </a:cubicBezTo>
                <a:cubicBezTo>
                  <a:pt x="3122" y="4697"/>
                  <a:pt x="3378" y="4295"/>
                  <a:pt x="3524" y="3839"/>
                </a:cubicBezTo>
                <a:cubicBezTo>
                  <a:pt x="3852" y="2853"/>
                  <a:pt x="3670" y="1448"/>
                  <a:pt x="3049" y="608"/>
                </a:cubicBezTo>
                <a:cubicBezTo>
                  <a:pt x="2732" y="199"/>
                  <a:pt x="2271" y="0"/>
                  <a:pt x="1812" y="0"/>
                </a:cubicBezTo>
                <a:close/>
              </a:path>
            </a:pathLst>
          </a:custGeom>
          <a:solidFill>
            <a:srgbClr val="8356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3821268" y="1938694"/>
            <a:ext cx="22149" cy="51609"/>
          </a:xfrm>
          <a:custGeom>
            <a:rect b="b" l="l" r="r" t="t"/>
            <a:pathLst>
              <a:path extrusionOk="0" h="939" w="403">
                <a:moveTo>
                  <a:pt x="81" y="0"/>
                </a:moveTo>
                <a:cubicBezTo>
                  <a:pt x="55" y="0"/>
                  <a:pt x="32" y="17"/>
                  <a:pt x="19" y="44"/>
                </a:cubicBezTo>
                <a:cubicBezTo>
                  <a:pt x="1" y="62"/>
                  <a:pt x="19" y="99"/>
                  <a:pt x="37" y="135"/>
                </a:cubicBezTo>
                <a:cubicBezTo>
                  <a:pt x="201" y="227"/>
                  <a:pt x="256" y="537"/>
                  <a:pt x="165" y="866"/>
                </a:cubicBezTo>
                <a:cubicBezTo>
                  <a:pt x="147" y="902"/>
                  <a:pt x="165" y="939"/>
                  <a:pt x="201" y="939"/>
                </a:cubicBezTo>
                <a:lnTo>
                  <a:pt x="220" y="939"/>
                </a:lnTo>
                <a:cubicBezTo>
                  <a:pt x="238" y="939"/>
                  <a:pt x="274" y="920"/>
                  <a:pt x="274" y="902"/>
                </a:cubicBezTo>
                <a:cubicBezTo>
                  <a:pt x="402" y="519"/>
                  <a:pt x="329" y="135"/>
                  <a:pt x="110" y="8"/>
                </a:cubicBezTo>
                <a:cubicBezTo>
                  <a:pt x="100" y="3"/>
                  <a:pt x="91" y="0"/>
                  <a:pt x="81" y="0"/>
                </a:cubicBezTo>
                <a:close/>
              </a:path>
            </a:pathLst>
          </a:custGeom>
          <a:solidFill>
            <a:srgbClr val="3D2E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3812255" y="1953863"/>
            <a:ext cx="27645" cy="9343"/>
          </a:xfrm>
          <a:custGeom>
            <a:rect b="b" l="l" r="r" t="t"/>
            <a:pathLst>
              <a:path extrusionOk="0" h="170" w="503">
                <a:moveTo>
                  <a:pt x="256" y="1"/>
                </a:moveTo>
                <a:cubicBezTo>
                  <a:pt x="187" y="1"/>
                  <a:pt x="119" y="14"/>
                  <a:pt x="55" y="42"/>
                </a:cubicBezTo>
                <a:cubicBezTo>
                  <a:pt x="19" y="60"/>
                  <a:pt x="0" y="97"/>
                  <a:pt x="19" y="133"/>
                </a:cubicBezTo>
                <a:cubicBezTo>
                  <a:pt x="19" y="151"/>
                  <a:pt x="55" y="170"/>
                  <a:pt x="73" y="170"/>
                </a:cubicBezTo>
                <a:lnTo>
                  <a:pt x="92" y="170"/>
                </a:lnTo>
                <a:cubicBezTo>
                  <a:pt x="142" y="140"/>
                  <a:pt x="198" y="126"/>
                  <a:pt x="253" y="126"/>
                </a:cubicBezTo>
                <a:cubicBezTo>
                  <a:pt x="298" y="126"/>
                  <a:pt x="343" y="135"/>
                  <a:pt x="384" y="151"/>
                </a:cubicBezTo>
                <a:cubicBezTo>
                  <a:pt x="392" y="157"/>
                  <a:pt x="402" y="160"/>
                  <a:pt x="411" y="160"/>
                </a:cubicBezTo>
                <a:cubicBezTo>
                  <a:pt x="458" y="160"/>
                  <a:pt x="503" y="88"/>
                  <a:pt x="457" y="42"/>
                </a:cubicBezTo>
                <a:cubicBezTo>
                  <a:pt x="393" y="14"/>
                  <a:pt x="324" y="1"/>
                  <a:pt x="256" y="1"/>
                </a:cubicBezTo>
                <a:close/>
              </a:path>
            </a:pathLst>
          </a:custGeom>
          <a:solidFill>
            <a:srgbClr val="3D2E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3895520" y="1965184"/>
            <a:ext cx="36163" cy="16104"/>
          </a:xfrm>
          <a:custGeom>
            <a:rect b="b" l="l" r="r" t="t"/>
            <a:pathLst>
              <a:path extrusionOk="0" h="293" w="658">
                <a:moveTo>
                  <a:pt x="329" y="0"/>
                </a:moveTo>
                <a:cubicBezTo>
                  <a:pt x="147" y="0"/>
                  <a:pt x="0" y="73"/>
                  <a:pt x="0" y="164"/>
                </a:cubicBezTo>
                <a:cubicBezTo>
                  <a:pt x="0" y="237"/>
                  <a:pt x="165" y="292"/>
                  <a:pt x="347" y="292"/>
                </a:cubicBezTo>
                <a:cubicBezTo>
                  <a:pt x="530" y="292"/>
                  <a:pt x="658" y="219"/>
                  <a:pt x="658" y="146"/>
                </a:cubicBezTo>
                <a:cubicBezTo>
                  <a:pt x="658" y="55"/>
                  <a:pt x="512" y="0"/>
                  <a:pt x="329" y="0"/>
                </a:cubicBezTo>
                <a:close/>
              </a:path>
            </a:pathLst>
          </a:custGeom>
          <a:solidFill>
            <a:srgbClr val="3D2E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3984830" y="1969032"/>
            <a:ext cx="36163" cy="15389"/>
          </a:xfrm>
          <a:custGeom>
            <a:rect b="b" l="l" r="r" t="t"/>
            <a:pathLst>
              <a:path extrusionOk="0" h="280" w="658">
                <a:moveTo>
                  <a:pt x="385" y="0"/>
                </a:moveTo>
                <a:cubicBezTo>
                  <a:pt x="367" y="0"/>
                  <a:pt x="348" y="1"/>
                  <a:pt x="329" y="3"/>
                </a:cubicBezTo>
                <a:cubicBezTo>
                  <a:pt x="146" y="3"/>
                  <a:pt x="0" y="58"/>
                  <a:pt x="0" y="149"/>
                </a:cubicBezTo>
                <a:cubicBezTo>
                  <a:pt x="0" y="215"/>
                  <a:pt x="117" y="280"/>
                  <a:pt x="272" y="280"/>
                </a:cubicBezTo>
                <a:cubicBezTo>
                  <a:pt x="291" y="280"/>
                  <a:pt x="310" y="279"/>
                  <a:pt x="329" y="277"/>
                </a:cubicBezTo>
                <a:cubicBezTo>
                  <a:pt x="511" y="277"/>
                  <a:pt x="657" y="204"/>
                  <a:pt x="657" y="131"/>
                </a:cubicBezTo>
                <a:cubicBezTo>
                  <a:pt x="657" y="66"/>
                  <a:pt x="541" y="0"/>
                  <a:pt x="385" y="0"/>
                </a:cubicBezTo>
                <a:close/>
              </a:path>
            </a:pathLst>
          </a:custGeom>
          <a:solidFill>
            <a:srgbClr val="3D2E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3807253" y="1785629"/>
            <a:ext cx="190654" cy="177580"/>
          </a:xfrm>
          <a:custGeom>
            <a:rect b="b" l="l" r="r" t="t"/>
            <a:pathLst>
              <a:path extrusionOk="0" h="3231" w="3469">
                <a:moveTo>
                  <a:pt x="2217" y="0"/>
                </a:moveTo>
                <a:cubicBezTo>
                  <a:pt x="1907" y="0"/>
                  <a:pt x="1596" y="42"/>
                  <a:pt x="1351" y="91"/>
                </a:cubicBezTo>
                <a:cubicBezTo>
                  <a:pt x="913" y="200"/>
                  <a:pt x="548" y="492"/>
                  <a:pt x="347" y="894"/>
                </a:cubicBezTo>
                <a:cubicBezTo>
                  <a:pt x="183" y="1186"/>
                  <a:pt x="73" y="1515"/>
                  <a:pt x="37" y="1862"/>
                </a:cubicBezTo>
                <a:cubicBezTo>
                  <a:pt x="18" y="2026"/>
                  <a:pt x="0" y="2208"/>
                  <a:pt x="0" y="2373"/>
                </a:cubicBezTo>
                <a:lnTo>
                  <a:pt x="0" y="2957"/>
                </a:lnTo>
                <a:cubicBezTo>
                  <a:pt x="55" y="2811"/>
                  <a:pt x="201" y="2573"/>
                  <a:pt x="365" y="2573"/>
                </a:cubicBezTo>
                <a:cubicBezTo>
                  <a:pt x="566" y="2592"/>
                  <a:pt x="639" y="2646"/>
                  <a:pt x="730" y="2866"/>
                </a:cubicBezTo>
                <a:cubicBezTo>
                  <a:pt x="730" y="2866"/>
                  <a:pt x="785" y="3048"/>
                  <a:pt x="785" y="3066"/>
                </a:cubicBezTo>
                <a:cubicBezTo>
                  <a:pt x="822" y="3176"/>
                  <a:pt x="876" y="3176"/>
                  <a:pt x="1059" y="3231"/>
                </a:cubicBezTo>
                <a:cubicBezTo>
                  <a:pt x="1084" y="1427"/>
                  <a:pt x="2102" y="1148"/>
                  <a:pt x="2730" y="1148"/>
                </a:cubicBezTo>
                <a:cubicBezTo>
                  <a:pt x="3011" y="1148"/>
                  <a:pt x="3213" y="1204"/>
                  <a:pt x="3213" y="1204"/>
                </a:cubicBezTo>
                <a:cubicBezTo>
                  <a:pt x="3268" y="456"/>
                  <a:pt x="3469" y="419"/>
                  <a:pt x="3231" y="255"/>
                </a:cubicBezTo>
                <a:cubicBezTo>
                  <a:pt x="2979" y="64"/>
                  <a:pt x="2599" y="0"/>
                  <a:pt x="2217" y="0"/>
                </a:cubicBezTo>
                <a:close/>
              </a:path>
            </a:pathLst>
          </a:custGeom>
          <a:solidFill>
            <a:srgbClr val="1E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3884473" y="1789531"/>
            <a:ext cx="170649" cy="138558"/>
          </a:xfrm>
          <a:custGeom>
            <a:rect b="b" l="l" r="r" t="t"/>
            <a:pathLst>
              <a:path extrusionOk="0" h="2521" w="3105">
                <a:moveTo>
                  <a:pt x="1109" y="0"/>
                </a:moveTo>
                <a:cubicBezTo>
                  <a:pt x="898" y="0"/>
                  <a:pt x="701" y="40"/>
                  <a:pt x="585" y="148"/>
                </a:cubicBezTo>
                <a:cubicBezTo>
                  <a:pt x="1" y="713"/>
                  <a:pt x="1224" y="1024"/>
                  <a:pt x="1534" y="1079"/>
                </a:cubicBezTo>
                <a:cubicBezTo>
                  <a:pt x="2064" y="1170"/>
                  <a:pt x="2356" y="1535"/>
                  <a:pt x="2648" y="2521"/>
                </a:cubicBezTo>
                <a:cubicBezTo>
                  <a:pt x="2958" y="1864"/>
                  <a:pt x="3104" y="659"/>
                  <a:pt x="1881" y="148"/>
                </a:cubicBezTo>
                <a:cubicBezTo>
                  <a:pt x="1712" y="74"/>
                  <a:pt x="1398" y="0"/>
                  <a:pt x="1109" y="0"/>
                </a:cubicBezTo>
                <a:close/>
              </a:path>
            </a:pathLst>
          </a:custGeom>
          <a:solidFill>
            <a:srgbClr val="1E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3943665" y="2012560"/>
            <a:ext cx="38417" cy="14840"/>
          </a:xfrm>
          <a:custGeom>
            <a:rect b="b" l="l" r="r" t="t"/>
            <a:pathLst>
              <a:path extrusionOk="0" h="270" w="699">
                <a:moveTo>
                  <a:pt x="76" y="1"/>
                </a:moveTo>
                <a:cubicBezTo>
                  <a:pt x="60" y="1"/>
                  <a:pt x="46" y="5"/>
                  <a:pt x="37" y="14"/>
                </a:cubicBezTo>
                <a:cubicBezTo>
                  <a:pt x="1" y="51"/>
                  <a:pt x="1" y="87"/>
                  <a:pt x="37" y="106"/>
                </a:cubicBezTo>
                <a:cubicBezTo>
                  <a:pt x="110" y="197"/>
                  <a:pt x="238" y="252"/>
                  <a:pt x="366" y="270"/>
                </a:cubicBezTo>
                <a:cubicBezTo>
                  <a:pt x="475" y="270"/>
                  <a:pt x="567" y="233"/>
                  <a:pt x="658" y="160"/>
                </a:cubicBezTo>
                <a:cubicBezTo>
                  <a:pt x="698" y="106"/>
                  <a:pt x="659" y="42"/>
                  <a:pt x="613" y="42"/>
                </a:cubicBezTo>
                <a:cubicBezTo>
                  <a:pt x="598" y="42"/>
                  <a:pt x="581" y="50"/>
                  <a:pt x="567" y="69"/>
                </a:cubicBezTo>
                <a:cubicBezTo>
                  <a:pt x="512" y="116"/>
                  <a:pt x="444" y="140"/>
                  <a:pt x="375" y="140"/>
                </a:cubicBezTo>
                <a:cubicBezTo>
                  <a:pt x="283" y="140"/>
                  <a:pt x="191" y="98"/>
                  <a:pt x="129" y="14"/>
                </a:cubicBezTo>
                <a:cubicBezTo>
                  <a:pt x="110" y="5"/>
                  <a:pt x="92" y="1"/>
                  <a:pt x="76" y="1"/>
                </a:cubicBezTo>
                <a:close/>
              </a:path>
            </a:pathLst>
          </a:custGeom>
          <a:solidFill>
            <a:srgbClr val="3D2E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3848364" y="1744189"/>
            <a:ext cx="188676" cy="110582"/>
          </a:xfrm>
          <a:custGeom>
            <a:rect b="b" l="l" r="r" t="t"/>
            <a:pathLst>
              <a:path extrusionOk="0" h="2012" w="3433">
                <a:moveTo>
                  <a:pt x="1561" y="1"/>
                </a:moveTo>
                <a:cubicBezTo>
                  <a:pt x="544" y="1"/>
                  <a:pt x="0" y="334"/>
                  <a:pt x="0" y="334"/>
                </a:cubicBezTo>
                <a:lnTo>
                  <a:pt x="147" y="1776"/>
                </a:lnTo>
                <a:cubicBezTo>
                  <a:pt x="675" y="1957"/>
                  <a:pt x="1267" y="2012"/>
                  <a:pt x="1789" y="2012"/>
                </a:cubicBezTo>
                <a:cubicBezTo>
                  <a:pt x="2582" y="2012"/>
                  <a:pt x="3213" y="1885"/>
                  <a:pt x="3213" y="1885"/>
                </a:cubicBezTo>
                <a:cubicBezTo>
                  <a:pt x="3359" y="1374"/>
                  <a:pt x="3432" y="863"/>
                  <a:pt x="3432" y="334"/>
                </a:cubicBezTo>
                <a:cubicBezTo>
                  <a:pt x="2696" y="84"/>
                  <a:pt x="2069" y="1"/>
                  <a:pt x="15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"/>
          <p:cNvSpPr/>
          <p:nvPr/>
        </p:nvSpPr>
        <p:spPr>
          <a:xfrm>
            <a:off x="3983786" y="2433721"/>
            <a:ext cx="55" cy="55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close/>
              </a:path>
            </a:pathLst>
          </a:cu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3945698" y="2591238"/>
            <a:ext cx="20115" cy="20116"/>
          </a:xfrm>
          <a:custGeom>
            <a:rect b="b" l="l" r="r" t="t"/>
            <a:pathLst>
              <a:path extrusionOk="0" h="366" w="366">
                <a:moveTo>
                  <a:pt x="183" y="0"/>
                </a:moveTo>
                <a:cubicBezTo>
                  <a:pt x="92" y="0"/>
                  <a:pt x="0" y="92"/>
                  <a:pt x="0" y="183"/>
                </a:cubicBezTo>
                <a:cubicBezTo>
                  <a:pt x="0" y="274"/>
                  <a:pt x="92" y="365"/>
                  <a:pt x="183" y="365"/>
                </a:cubicBezTo>
                <a:cubicBezTo>
                  <a:pt x="292" y="365"/>
                  <a:pt x="365" y="274"/>
                  <a:pt x="365" y="183"/>
                </a:cubicBezTo>
                <a:cubicBezTo>
                  <a:pt x="365" y="92"/>
                  <a:pt x="292" y="0"/>
                  <a:pt x="183" y="0"/>
                </a:cubicBezTo>
                <a:close/>
              </a:path>
            </a:pathLst>
          </a:custGeom>
          <a:solidFill>
            <a:srgbClr val="D5D7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3991810" y="2368483"/>
            <a:ext cx="93376" cy="28140"/>
          </a:xfrm>
          <a:custGeom>
            <a:rect b="b" l="l" r="r" t="t"/>
            <a:pathLst>
              <a:path extrusionOk="0" h="512" w="1699">
                <a:moveTo>
                  <a:pt x="56" y="1"/>
                </a:moveTo>
                <a:cubicBezTo>
                  <a:pt x="19" y="1"/>
                  <a:pt x="1" y="19"/>
                  <a:pt x="1" y="37"/>
                </a:cubicBezTo>
                <a:lnTo>
                  <a:pt x="1" y="475"/>
                </a:lnTo>
                <a:cubicBezTo>
                  <a:pt x="1" y="494"/>
                  <a:pt x="19" y="512"/>
                  <a:pt x="56" y="512"/>
                </a:cubicBezTo>
                <a:lnTo>
                  <a:pt x="1662" y="512"/>
                </a:lnTo>
                <a:cubicBezTo>
                  <a:pt x="1680" y="512"/>
                  <a:pt x="1699" y="494"/>
                  <a:pt x="1699" y="475"/>
                </a:cubicBezTo>
                <a:lnTo>
                  <a:pt x="1699" y="37"/>
                </a:lnTo>
                <a:cubicBezTo>
                  <a:pt x="1699" y="19"/>
                  <a:pt x="1680" y="1"/>
                  <a:pt x="1662" y="1"/>
                </a:cubicBezTo>
                <a:close/>
              </a:path>
            </a:pathLst>
          </a:custGeom>
          <a:solidFill>
            <a:srgbClr val="EAEB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3745038" y="2117644"/>
            <a:ext cx="379275" cy="229849"/>
          </a:xfrm>
          <a:custGeom>
            <a:rect b="b" l="l" r="r" t="t"/>
            <a:pathLst>
              <a:path extrusionOk="0" h="4182" w="6901">
                <a:moveTo>
                  <a:pt x="2227" y="1"/>
                </a:moveTo>
                <a:lnTo>
                  <a:pt x="0" y="421"/>
                </a:lnTo>
                <a:lnTo>
                  <a:pt x="365" y="4181"/>
                </a:lnTo>
                <a:lnTo>
                  <a:pt x="4126" y="4181"/>
                </a:lnTo>
                <a:lnTo>
                  <a:pt x="6901" y="1626"/>
                </a:lnTo>
                <a:lnTo>
                  <a:pt x="3925" y="1"/>
                </a:lnTo>
                <a:close/>
              </a:path>
            </a:pathLst>
          </a:custGeom>
          <a:solidFill>
            <a:srgbClr val="8356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3636382" y="2129846"/>
            <a:ext cx="543109" cy="758358"/>
          </a:xfrm>
          <a:custGeom>
            <a:rect b="b" l="l" r="r" t="t"/>
            <a:pathLst>
              <a:path extrusionOk="0" h="13798" w="9882">
                <a:moveTo>
                  <a:pt x="1621" y="1"/>
                </a:moveTo>
                <a:cubicBezTo>
                  <a:pt x="1298" y="1"/>
                  <a:pt x="834" y="44"/>
                  <a:pt x="663" y="272"/>
                </a:cubicBezTo>
                <a:cubicBezTo>
                  <a:pt x="462" y="546"/>
                  <a:pt x="499" y="947"/>
                  <a:pt x="499" y="1276"/>
                </a:cubicBezTo>
                <a:cubicBezTo>
                  <a:pt x="499" y="1696"/>
                  <a:pt x="499" y="2116"/>
                  <a:pt x="480" y="2554"/>
                </a:cubicBezTo>
                <a:cubicBezTo>
                  <a:pt x="426" y="4708"/>
                  <a:pt x="225" y="6880"/>
                  <a:pt x="97" y="9034"/>
                </a:cubicBezTo>
                <a:cubicBezTo>
                  <a:pt x="42" y="10093"/>
                  <a:pt x="24" y="11170"/>
                  <a:pt x="24" y="12229"/>
                </a:cubicBezTo>
                <a:cubicBezTo>
                  <a:pt x="24" y="13037"/>
                  <a:pt x="0" y="13797"/>
                  <a:pt x="505" y="13797"/>
                </a:cubicBezTo>
                <a:cubicBezTo>
                  <a:pt x="627" y="13797"/>
                  <a:pt x="781" y="13753"/>
                  <a:pt x="973" y="13653"/>
                </a:cubicBezTo>
                <a:cubicBezTo>
                  <a:pt x="1080" y="13602"/>
                  <a:pt x="1765" y="13584"/>
                  <a:pt x="2700" y="13584"/>
                </a:cubicBezTo>
                <a:cubicBezTo>
                  <a:pt x="5129" y="13584"/>
                  <a:pt x="9243" y="13708"/>
                  <a:pt x="9243" y="13708"/>
                </a:cubicBezTo>
                <a:cubicBezTo>
                  <a:pt x="9243" y="13708"/>
                  <a:pt x="9254" y="13713"/>
                  <a:pt x="9273" y="13713"/>
                </a:cubicBezTo>
                <a:cubicBezTo>
                  <a:pt x="9394" y="13713"/>
                  <a:pt x="9817" y="13496"/>
                  <a:pt x="9644" y="10349"/>
                </a:cubicBezTo>
                <a:cubicBezTo>
                  <a:pt x="9590" y="9308"/>
                  <a:pt x="9882" y="8304"/>
                  <a:pt x="9772" y="7264"/>
                </a:cubicBezTo>
                <a:cubicBezTo>
                  <a:pt x="9717" y="6716"/>
                  <a:pt x="9644" y="6205"/>
                  <a:pt x="9626" y="5675"/>
                </a:cubicBezTo>
                <a:cubicBezTo>
                  <a:pt x="9626" y="5128"/>
                  <a:pt x="9663" y="4580"/>
                  <a:pt x="9754" y="4032"/>
                </a:cubicBezTo>
                <a:cubicBezTo>
                  <a:pt x="9827" y="3028"/>
                  <a:pt x="9809" y="2006"/>
                  <a:pt x="9681" y="1002"/>
                </a:cubicBezTo>
                <a:cubicBezTo>
                  <a:pt x="9097" y="746"/>
                  <a:pt x="7892" y="345"/>
                  <a:pt x="7892" y="345"/>
                </a:cubicBezTo>
                <a:lnTo>
                  <a:pt x="4752" y="3211"/>
                </a:lnTo>
                <a:lnTo>
                  <a:pt x="1959" y="16"/>
                </a:lnTo>
                <a:cubicBezTo>
                  <a:pt x="1959" y="16"/>
                  <a:pt x="1815" y="1"/>
                  <a:pt x="16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4104204" y="2448780"/>
            <a:ext cx="157569" cy="197696"/>
          </a:xfrm>
          <a:custGeom>
            <a:rect b="b" l="l" r="r" t="t"/>
            <a:pathLst>
              <a:path extrusionOk="0" h="3597" w="2867">
                <a:moveTo>
                  <a:pt x="2155" y="0"/>
                </a:moveTo>
                <a:cubicBezTo>
                  <a:pt x="1662" y="55"/>
                  <a:pt x="1169" y="110"/>
                  <a:pt x="676" y="164"/>
                </a:cubicBezTo>
                <a:cubicBezTo>
                  <a:pt x="493" y="183"/>
                  <a:pt x="1" y="146"/>
                  <a:pt x="1" y="402"/>
                </a:cubicBezTo>
                <a:cubicBezTo>
                  <a:pt x="37" y="584"/>
                  <a:pt x="92" y="785"/>
                  <a:pt x="165" y="968"/>
                </a:cubicBezTo>
                <a:cubicBezTo>
                  <a:pt x="220" y="1132"/>
                  <a:pt x="293" y="1314"/>
                  <a:pt x="366" y="1497"/>
                </a:cubicBezTo>
                <a:cubicBezTo>
                  <a:pt x="493" y="1844"/>
                  <a:pt x="621" y="2172"/>
                  <a:pt x="767" y="2519"/>
                </a:cubicBezTo>
                <a:cubicBezTo>
                  <a:pt x="954" y="3011"/>
                  <a:pt x="1266" y="3440"/>
                  <a:pt x="1851" y="3440"/>
                </a:cubicBezTo>
                <a:cubicBezTo>
                  <a:pt x="1896" y="3440"/>
                  <a:pt x="1942" y="3437"/>
                  <a:pt x="1990" y="3432"/>
                </a:cubicBezTo>
                <a:cubicBezTo>
                  <a:pt x="2002" y="3431"/>
                  <a:pt x="2011" y="3430"/>
                  <a:pt x="2016" y="3430"/>
                </a:cubicBezTo>
                <a:cubicBezTo>
                  <a:pt x="2110" y="3430"/>
                  <a:pt x="1489" y="3562"/>
                  <a:pt x="1936" y="3596"/>
                </a:cubicBezTo>
                <a:cubicBezTo>
                  <a:pt x="2209" y="3596"/>
                  <a:pt x="2483" y="3505"/>
                  <a:pt x="2702" y="3341"/>
                </a:cubicBezTo>
                <a:cubicBezTo>
                  <a:pt x="2757" y="3268"/>
                  <a:pt x="2812" y="3176"/>
                  <a:pt x="2812" y="3085"/>
                </a:cubicBezTo>
                <a:cubicBezTo>
                  <a:pt x="2867" y="2848"/>
                  <a:pt x="2867" y="2592"/>
                  <a:pt x="2830" y="2337"/>
                </a:cubicBezTo>
                <a:cubicBezTo>
                  <a:pt x="2757" y="1953"/>
                  <a:pt x="2648" y="1570"/>
                  <a:pt x="2538" y="1187"/>
                </a:cubicBezTo>
                <a:cubicBezTo>
                  <a:pt x="2428" y="822"/>
                  <a:pt x="2319" y="456"/>
                  <a:pt x="2191" y="110"/>
                </a:cubicBezTo>
                <a:cubicBezTo>
                  <a:pt x="2228" y="73"/>
                  <a:pt x="2228" y="0"/>
                  <a:pt x="2155" y="0"/>
                </a:cubicBezTo>
                <a:close/>
              </a:path>
            </a:pathLst>
          </a:custGeom>
          <a:solidFill>
            <a:srgbClr val="FFAF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4076119" y="2163811"/>
            <a:ext cx="246878" cy="377310"/>
          </a:xfrm>
          <a:custGeom>
            <a:rect b="b" l="l" r="r" t="t"/>
            <a:pathLst>
              <a:path extrusionOk="0" h="6865" w="4492">
                <a:moveTo>
                  <a:pt x="858" y="1"/>
                </a:moveTo>
                <a:cubicBezTo>
                  <a:pt x="858" y="1"/>
                  <a:pt x="968" y="147"/>
                  <a:pt x="950" y="165"/>
                </a:cubicBezTo>
                <a:lnTo>
                  <a:pt x="858" y="256"/>
                </a:lnTo>
                <a:cubicBezTo>
                  <a:pt x="804" y="311"/>
                  <a:pt x="749" y="384"/>
                  <a:pt x="694" y="439"/>
                </a:cubicBezTo>
                <a:cubicBezTo>
                  <a:pt x="365" y="822"/>
                  <a:pt x="165" y="1297"/>
                  <a:pt x="110" y="1790"/>
                </a:cubicBezTo>
                <a:cubicBezTo>
                  <a:pt x="19" y="2611"/>
                  <a:pt x="0" y="3433"/>
                  <a:pt x="37" y="4254"/>
                </a:cubicBezTo>
                <a:cubicBezTo>
                  <a:pt x="19" y="4966"/>
                  <a:pt x="73" y="5696"/>
                  <a:pt x="183" y="6408"/>
                </a:cubicBezTo>
                <a:cubicBezTo>
                  <a:pt x="201" y="6536"/>
                  <a:pt x="238" y="6700"/>
                  <a:pt x="292" y="6865"/>
                </a:cubicBezTo>
                <a:cubicBezTo>
                  <a:pt x="530" y="6865"/>
                  <a:pt x="767" y="6846"/>
                  <a:pt x="1023" y="6810"/>
                </a:cubicBezTo>
                <a:cubicBezTo>
                  <a:pt x="1370" y="6773"/>
                  <a:pt x="1716" y="6719"/>
                  <a:pt x="2063" y="6700"/>
                </a:cubicBezTo>
                <a:cubicBezTo>
                  <a:pt x="2428" y="6664"/>
                  <a:pt x="2793" y="6682"/>
                  <a:pt x="3159" y="6646"/>
                </a:cubicBezTo>
                <a:cubicBezTo>
                  <a:pt x="3615" y="6591"/>
                  <a:pt x="4053" y="6445"/>
                  <a:pt x="4491" y="6353"/>
                </a:cubicBezTo>
                <a:cubicBezTo>
                  <a:pt x="4436" y="6189"/>
                  <a:pt x="4363" y="6025"/>
                  <a:pt x="4272" y="5879"/>
                </a:cubicBezTo>
                <a:cubicBezTo>
                  <a:pt x="4217" y="5733"/>
                  <a:pt x="4181" y="5587"/>
                  <a:pt x="4144" y="5441"/>
                </a:cubicBezTo>
                <a:cubicBezTo>
                  <a:pt x="4071" y="5185"/>
                  <a:pt x="3998" y="4911"/>
                  <a:pt x="3907" y="4637"/>
                </a:cubicBezTo>
                <a:cubicBezTo>
                  <a:pt x="3816" y="4345"/>
                  <a:pt x="3688" y="4072"/>
                  <a:pt x="3505" y="3816"/>
                </a:cubicBezTo>
                <a:cubicBezTo>
                  <a:pt x="3323" y="3560"/>
                  <a:pt x="2593" y="1698"/>
                  <a:pt x="2264" y="1114"/>
                </a:cubicBezTo>
                <a:cubicBezTo>
                  <a:pt x="2081" y="767"/>
                  <a:pt x="1826" y="475"/>
                  <a:pt x="1516" y="256"/>
                </a:cubicBezTo>
                <a:cubicBezTo>
                  <a:pt x="1297" y="147"/>
                  <a:pt x="1077" y="74"/>
                  <a:pt x="8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4077658" y="2246252"/>
            <a:ext cx="75459" cy="235070"/>
          </a:xfrm>
          <a:custGeom>
            <a:rect b="b" l="l" r="r" t="t"/>
            <a:pathLst>
              <a:path extrusionOk="0" h="4277" w="1373">
                <a:moveTo>
                  <a:pt x="1313" y="1"/>
                </a:moveTo>
                <a:cubicBezTo>
                  <a:pt x="1302" y="1"/>
                  <a:pt x="1292" y="5"/>
                  <a:pt x="1287" y="16"/>
                </a:cubicBezTo>
                <a:cubicBezTo>
                  <a:pt x="1122" y="344"/>
                  <a:pt x="995" y="673"/>
                  <a:pt x="885" y="1020"/>
                </a:cubicBezTo>
                <a:cubicBezTo>
                  <a:pt x="776" y="1385"/>
                  <a:pt x="684" y="1750"/>
                  <a:pt x="557" y="2115"/>
                </a:cubicBezTo>
                <a:cubicBezTo>
                  <a:pt x="411" y="2462"/>
                  <a:pt x="319" y="2827"/>
                  <a:pt x="264" y="3210"/>
                </a:cubicBezTo>
                <a:cubicBezTo>
                  <a:pt x="191" y="3539"/>
                  <a:pt x="82" y="3886"/>
                  <a:pt x="27" y="4233"/>
                </a:cubicBezTo>
                <a:cubicBezTo>
                  <a:pt x="0" y="4259"/>
                  <a:pt x="23" y="4276"/>
                  <a:pt x="51" y="4276"/>
                </a:cubicBezTo>
                <a:cubicBezTo>
                  <a:pt x="61" y="4276"/>
                  <a:pt x="72" y="4274"/>
                  <a:pt x="82" y="4269"/>
                </a:cubicBezTo>
                <a:cubicBezTo>
                  <a:pt x="246" y="3959"/>
                  <a:pt x="337" y="3630"/>
                  <a:pt x="374" y="3283"/>
                </a:cubicBezTo>
                <a:cubicBezTo>
                  <a:pt x="429" y="2918"/>
                  <a:pt x="520" y="2572"/>
                  <a:pt x="630" y="2243"/>
                </a:cubicBezTo>
                <a:cubicBezTo>
                  <a:pt x="776" y="1860"/>
                  <a:pt x="885" y="1476"/>
                  <a:pt x="995" y="1093"/>
                </a:cubicBezTo>
                <a:cubicBezTo>
                  <a:pt x="1086" y="746"/>
                  <a:pt x="1232" y="399"/>
                  <a:pt x="1360" y="52"/>
                </a:cubicBezTo>
                <a:cubicBezTo>
                  <a:pt x="1373" y="27"/>
                  <a:pt x="1340" y="1"/>
                  <a:pt x="1313" y="1"/>
                </a:cubicBezTo>
                <a:close/>
              </a:path>
            </a:pathLst>
          </a:custGeom>
          <a:solidFill>
            <a:srgbClr val="2F3F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3510248" y="2126713"/>
            <a:ext cx="253913" cy="403362"/>
          </a:xfrm>
          <a:custGeom>
            <a:rect b="b" l="l" r="r" t="t"/>
            <a:pathLst>
              <a:path extrusionOk="0" h="7339" w="4620">
                <a:moveTo>
                  <a:pt x="3816" y="0"/>
                </a:moveTo>
                <a:cubicBezTo>
                  <a:pt x="3031" y="165"/>
                  <a:pt x="2410" y="493"/>
                  <a:pt x="2027" y="1150"/>
                </a:cubicBezTo>
                <a:cubicBezTo>
                  <a:pt x="1808" y="1497"/>
                  <a:pt x="1662" y="1899"/>
                  <a:pt x="1479" y="2264"/>
                </a:cubicBezTo>
                <a:cubicBezTo>
                  <a:pt x="1297" y="2647"/>
                  <a:pt x="1041" y="2976"/>
                  <a:pt x="877" y="3341"/>
                </a:cubicBezTo>
                <a:cubicBezTo>
                  <a:pt x="767" y="3651"/>
                  <a:pt x="694" y="3962"/>
                  <a:pt x="639" y="4290"/>
                </a:cubicBezTo>
                <a:cubicBezTo>
                  <a:pt x="585" y="4692"/>
                  <a:pt x="493" y="5093"/>
                  <a:pt x="402" y="5477"/>
                </a:cubicBezTo>
                <a:cubicBezTo>
                  <a:pt x="311" y="5860"/>
                  <a:pt x="220" y="6243"/>
                  <a:pt x="110" y="6627"/>
                </a:cubicBezTo>
                <a:lnTo>
                  <a:pt x="1" y="6992"/>
                </a:lnTo>
                <a:cubicBezTo>
                  <a:pt x="347" y="7101"/>
                  <a:pt x="712" y="7156"/>
                  <a:pt x="1078" y="7174"/>
                </a:cubicBezTo>
                <a:cubicBezTo>
                  <a:pt x="1447" y="7174"/>
                  <a:pt x="1807" y="7113"/>
                  <a:pt x="2171" y="7113"/>
                </a:cubicBezTo>
                <a:cubicBezTo>
                  <a:pt x="2293" y="7113"/>
                  <a:pt x="2415" y="7120"/>
                  <a:pt x="2538" y="7138"/>
                </a:cubicBezTo>
                <a:cubicBezTo>
                  <a:pt x="3104" y="7247"/>
                  <a:pt x="3670" y="7321"/>
                  <a:pt x="4254" y="7339"/>
                </a:cubicBezTo>
                <a:lnTo>
                  <a:pt x="4327" y="7339"/>
                </a:lnTo>
                <a:cubicBezTo>
                  <a:pt x="4546" y="7028"/>
                  <a:pt x="4619" y="6663"/>
                  <a:pt x="4564" y="6316"/>
                </a:cubicBezTo>
                <a:cubicBezTo>
                  <a:pt x="4473" y="5586"/>
                  <a:pt x="4199" y="4911"/>
                  <a:pt x="4035" y="4217"/>
                </a:cubicBezTo>
                <a:cubicBezTo>
                  <a:pt x="3852" y="3432"/>
                  <a:pt x="3798" y="2647"/>
                  <a:pt x="3871" y="1862"/>
                </a:cubicBezTo>
                <a:cubicBezTo>
                  <a:pt x="3925" y="1515"/>
                  <a:pt x="3944" y="1187"/>
                  <a:pt x="3925" y="858"/>
                </a:cubicBezTo>
                <a:cubicBezTo>
                  <a:pt x="3907" y="712"/>
                  <a:pt x="3871" y="566"/>
                  <a:pt x="3816" y="438"/>
                </a:cubicBezTo>
                <a:cubicBezTo>
                  <a:pt x="3761" y="292"/>
                  <a:pt x="3852" y="0"/>
                  <a:pt x="381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3608572" y="2247626"/>
            <a:ext cx="87331" cy="264914"/>
          </a:xfrm>
          <a:custGeom>
            <a:rect b="b" l="l" r="r" t="t"/>
            <a:pathLst>
              <a:path extrusionOk="0" h="4820" w="1589">
                <a:moveTo>
                  <a:pt x="437" y="0"/>
                </a:moveTo>
                <a:cubicBezTo>
                  <a:pt x="407" y="0"/>
                  <a:pt x="372" y="28"/>
                  <a:pt x="384" y="64"/>
                </a:cubicBezTo>
                <a:cubicBezTo>
                  <a:pt x="512" y="484"/>
                  <a:pt x="731" y="904"/>
                  <a:pt x="840" y="1342"/>
                </a:cubicBezTo>
                <a:cubicBezTo>
                  <a:pt x="932" y="1689"/>
                  <a:pt x="859" y="2054"/>
                  <a:pt x="932" y="2401"/>
                </a:cubicBezTo>
                <a:cubicBezTo>
                  <a:pt x="603" y="1962"/>
                  <a:pt x="420" y="1415"/>
                  <a:pt x="74" y="1013"/>
                </a:cubicBezTo>
                <a:cubicBezTo>
                  <a:pt x="68" y="1003"/>
                  <a:pt x="61" y="998"/>
                  <a:pt x="52" y="998"/>
                </a:cubicBezTo>
                <a:cubicBezTo>
                  <a:pt x="29" y="998"/>
                  <a:pt x="1" y="1028"/>
                  <a:pt x="1" y="1068"/>
                </a:cubicBezTo>
                <a:cubicBezTo>
                  <a:pt x="147" y="1342"/>
                  <a:pt x="293" y="1616"/>
                  <a:pt x="475" y="1871"/>
                </a:cubicBezTo>
                <a:cubicBezTo>
                  <a:pt x="585" y="2090"/>
                  <a:pt x="731" y="2309"/>
                  <a:pt x="895" y="2510"/>
                </a:cubicBezTo>
                <a:cubicBezTo>
                  <a:pt x="895" y="2510"/>
                  <a:pt x="895" y="2510"/>
                  <a:pt x="913" y="2528"/>
                </a:cubicBezTo>
                <a:lnTo>
                  <a:pt x="950" y="2565"/>
                </a:lnTo>
                <a:lnTo>
                  <a:pt x="986" y="2565"/>
                </a:lnTo>
                <a:cubicBezTo>
                  <a:pt x="1132" y="2930"/>
                  <a:pt x="1224" y="3332"/>
                  <a:pt x="1278" y="3733"/>
                </a:cubicBezTo>
                <a:cubicBezTo>
                  <a:pt x="1297" y="4098"/>
                  <a:pt x="1388" y="4463"/>
                  <a:pt x="1516" y="4792"/>
                </a:cubicBezTo>
                <a:cubicBezTo>
                  <a:pt x="1522" y="4812"/>
                  <a:pt x="1534" y="4820"/>
                  <a:pt x="1546" y="4820"/>
                </a:cubicBezTo>
                <a:cubicBezTo>
                  <a:pt x="1567" y="4820"/>
                  <a:pt x="1589" y="4797"/>
                  <a:pt x="1589" y="4774"/>
                </a:cubicBezTo>
                <a:cubicBezTo>
                  <a:pt x="1516" y="4354"/>
                  <a:pt x="1443" y="3952"/>
                  <a:pt x="1388" y="3551"/>
                </a:cubicBezTo>
                <a:cubicBezTo>
                  <a:pt x="1315" y="3167"/>
                  <a:pt x="1205" y="2784"/>
                  <a:pt x="1078" y="2419"/>
                </a:cubicBezTo>
                <a:cubicBezTo>
                  <a:pt x="1023" y="2200"/>
                  <a:pt x="1023" y="1962"/>
                  <a:pt x="1041" y="1743"/>
                </a:cubicBezTo>
                <a:cubicBezTo>
                  <a:pt x="1023" y="1561"/>
                  <a:pt x="1005" y="1396"/>
                  <a:pt x="950" y="1232"/>
                </a:cubicBezTo>
                <a:cubicBezTo>
                  <a:pt x="804" y="812"/>
                  <a:pt x="658" y="411"/>
                  <a:pt x="475" y="27"/>
                </a:cubicBezTo>
                <a:cubicBezTo>
                  <a:pt x="469" y="8"/>
                  <a:pt x="454" y="0"/>
                  <a:pt x="437" y="0"/>
                </a:cubicBezTo>
                <a:close/>
              </a:path>
            </a:pathLst>
          </a:custGeom>
          <a:solidFill>
            <a:srgbClr val="2F3F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3780158" y="2087196"/>
            <a:ext cx="422418" cy="448265"/>
          </a:xfrm>
          <a:custGeom>
            <a:rect b="b" l="l" r="r" t="t"/>
            <a:pathLst>
              <a:path extrusionOk="0" h="8156" w="7686">
                <a:moveTo>
                  <a:pt x="3811" y="0"/>
                </a:moveTo>
                <a:cubicBezTo>
                  <a:pt x="3692" y="0"/>
                  <a:pt x="3574" y="57"/>
                  <a:pt x="3505" y="172"/>
                </a:cubicBezTo>
                <a:lnTo>
                  <a:pt x="110" y="5301"/>
                </a:lnTo>
                <a:cubicBezTo>
                  <a:pt x="0" y="5484"/>
                  <a:pt x="37" y="5703"/>
                  <a:pt x="219" y="5812"/>
                </a:cubicBezTo>
                <a:lnTo>
                  <a:pt x="3651" y="8094"/>
                </a:lnTo>
                <a:cubicBezTo>
                  <a:pt x="3720" y="8135"/>
                  <a:pt x="3793" y="8156"/>
                  <a:pt x="3865" y="8156"/>
                </a:cubicBezTo>
                <a:cubicBezTo>
                  <a:pt x="3985" y="8156"/>
                  <a:pt x="4101" y="8099"/>
                  <a:pt x="4181" y="7985"/>
                </a:cubicBezTo>
                <a:lnTo>
                  <a:pt x="7576" y="2855"/>
                </a:lnTo>
                <a:cubicBezTo>
                  <a:pt x="7686" y="2691"/>
                  <a:pt x="7631" y="2453"/>
                  <a:pt x="7466" y="2344"/>
                </a:cubicBezTo>
                <a:lnTo>
                  <a:pt x="4016" y="62"/>
                </a:lnTo>
                <a:cubicBezTo>
                  <a:pt x="3955" y="21"/>
                  <a:pt x="3883" y="0"/>
                  <a:pt x="381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3780158" y="2213990"/>
            <a:ext cx="422418" cy="322239"/>
          </a:xfrm>
          <a:custGeom>
            <a:rect b="b" l="l" r="r" t="t"/>
            <a:pathLst>
              <a:path extrusionOk="0" h="5863" w="7686">
                <a:moveTo>
                  <a:pt x="7430" y="0"/>
                </a:moveTo>
                <a:cubicBezTo>
                  <a:pt x="7430" y="37"/>
                  <a:pt x="7412" y="55"/>
                  <a:pt x="7393" y="73"/>
                </a:cubicBezTo>
                <a:lnTo>
                  <a:pt x="3998" y="5221"/>
                </a:lnTo>
                <a:cubicBezTo>
                  <a:pt x="3927" y="5327"/>
                  <a:pt x="3803" y="5388"/>
                  <a:pt x="3680" y="5388"/>
                </a:cubicBezTo>
                <a:cubicBezTo>
                  <a:pt x="3612" y="5388"/>
                  <a:pt x="3545" y="5370"/>
                  <a:pt x="3487" y="5331"/>
                </a:cubicBezTo>
                <a:lnTo>
                  <a:pt x="55" y="3067"/>
                </a:lnTo>
                <a:lnTo>
                  <a:pt x="55" y="3067"/>
                </a:lnTo>
                <a:cubicBezTo>
                  <a:pt x="0" y="3232"/>
                  <a:pt x="55" y="3414"/>
                  <a:pt x="201" y="3524"/>
                </a:cubicBezTo>
                <a:lnTo>
                  <a:pt x="3651" y="5806"/>
                </a:lnTo>
                <a:cubicBezTo>
                  <a:pt x="3709" y="5844"/>
                  <a:pt x="3777" y="5863"/>
                  <a:pt x="3844" y="5863"/>
                </a:cubicBezTo>
                <a:cubicBezTo>
                  <a:pt x="3968" y="5863"/>
                  <a:pt x="4092" y="5802"/>
                  <a:pt x="4162" y="5696"/>
                </a:cubicBezTo>
                <a:lnTo>
                  <a:pt x="7558" y="566"/>
                </a:lnTo>
                <a:cubicBezTo>
                  <a:pt x="7686" y="384"/>
                  <a:pt x="7649" y="146"/>
                  <a:pt x="7466" y="19"/>
                </a:cubicBezTo>
                <a:lnTo>
                  <a:pt x="7430" y="0"/>
                </a:lnTo>
                <a:close/>
              </a:path>
            </a:pathLst>
          </a:custGeom>
          <a:solidFill>
            <a:srgbClr val="07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4026930" y="2113248"/>
            <a:ext cx="120471" cy="105801"/>
          </a:xfrm>
          <a:custGeom>
            <a:rect b="b" l="l" r="r" t="t"/>
            <a:pathLst>
              <a:path extrusionOk="0" h="1925" w="2192">
                <a:moveTo>
                  <a:pt x="549" y="154"/>
                </a:moveTo>
                <a:lnTo>
                  <a:pt x="2009" y="1121"/>
                </a:lnTo>
                <a:lnTo>
                  <a:pt x="1607" y="1742"/>
                </a:lnTo>
                <a:lnTo>
                  <a:pt x="147" y="775"/>
                </a:lnTo>
                <a:lnTo>
                  <a:pt x="549" y="154"/>
                </a:lnTo>
                <a:close/>
                <a:moveTo>
                  <a:pt x="553" y="0"/>
                </a:moveTo>
                <a:cubicBezTo>
                  <a:pt x="529" y="0"/>
                  <a:pt x="507" y="13"/>
                  <a:pt x="494" y="26"/>
                </a:cubicBezTo>
                <a:lnTo>
                  <a:pt x="1" y="775"/>
                </a:lnTo>
                <a:cubicBezTo>
                  <a:pt x="1" y="793"/>
                  <a:pt x="1" y="811"/>
                  <a:pt x="1" y="829"/>
                </a:cubicBezTo>
                <a:cubicBezTo>
                  <a:pt x="1" y="848"/>
                  <a:pt x="19" y="848"/>
                  <a:pt x="37" y="866"/>
                </a:cubicBezTo>
                <a:lnTo>
                  <a:pt x="1589" y="1925"/>
                </a:lnTo>
                <a:lnTo>
                  <a:pt x="1626" y="1925"/>
                </a:lnTo>
                <a:cubicBezTo>
                  <a:pt x="1644" y="1925"/>
                  <a:pt x="1680" y="1906"/>
                  <a:pt x="1680" y="1888"/>
                </a:cubicBezTo>
                <a:lnTo>
                  <a:pt x="2173" y="1158"/>
                </a:lnTo>
                <a:cubicBezTo>
                  <a:pt x="2192" y="1140"/>
                  <a:pt x="2192" y="1121"/>
                  <a:pt x="2192" y="1103"/>
                </a:cubicBezTo>
                <a:cubicBezTo>
                  <a:pt x="2173" y="1085"/>
                  <a:pt x="2173" y="1067"/>
                  <a:pt x="2155" y="1048"/>
                </a:cubicBezTo>
                <a:lnTo>
                  <a:pt x="585" y="8"/>
                </a:lnTo>
                <a:cubicBezTo>
                  <a:pt x="574" y="3"/>
                  <a:pt x="564" y="0"/>
                  <a:pt x="553" y="0"/>
                </a:cubicBezTo>
                <a:close/>
              </a:path>
            </a:pathLst>
          </a:custGeom>
          <a:solidFill>
            <a:srgbClr val="00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3912557" y="2006789"/>
            <a:ext cx="63258" cy="22369"/>
          </a:xfrm>
          <a:custGeom>
            <a:rect b="b" l="l" r="r" t="t"/>
            <a:pathLst>
              <a:path extrusionOk="0" h="407" w="1151">
                <a:moveTo>
                  <a:pt x="1066" y="1"/>
                </a:moveTo>
                <a:cubicBezTo>
                  <a:pt x="1037" y="1"/>
                  <a:pt x="1005" y="10"/>
                  <a:pt x="987" y="10"/>
                </a:cubicBezTo>
                <a:cubicBezTo>
                  <a:pt x="658" y="10"/>
                  <a:pt x="311" y="28"/>
                  <a:pt x="1" y="65"/>
                </a:cubicBezTo>
                <a:cubicBezTo>
                  <a:pt x="155" y="290"/>
                  <a:pt x="401" y="407"/>
                  <a:pt x="629" y="407"/>
                </a:cubicBezTo>
                <a:cubicBezTo>
                  <a:pt x="807" y="407"/>
                  <a:pt x="974" y="336"/>
                  <a:pt x="1078" y="192"/>
                </a:cubicBezTo>
                <a:cubicBezTo>
                  <a:pt x="1114" y="138"/>
                  <a:pt x="1151" y="101"/>
                  <a:pt x="1133" y="46"/>
                </a:cubicBezTo>
                <a:cubicBezTo>
                  <a:pt x="1124" y="10"/>
                  <a:pt x="1096" y="1"/>
                  <a:pt x="10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3881450" y="1908960"/>
            <a:ext cx="49244" cy="16159"/>
          </a:xfrm>
          <a:custGeom>
            <a:rect b="b" l="l" r="r" t="t"/>
            <a:pathLst>
              <a:path extrusionOk="0" h="294" w="896">
                <a:moveTo>
                  <a:pt x="676" y="1"/>
                </a:moveTo>
                <a:cubicBezTo>
                  <a:pt x="512" y="1"/>
                  <a:pt x="348" y="19"/>
                  <a:pt x="202" y="37"/>
                </a:cubicBezTo>
                <a:cubicBezTo>
                  <a:pt x="92" y="37"/>
                  <a:pt x="1" y="56"/>
                  <a:pt x="1" y="183"/>
                </a:cubicBezTo>
                <a:cubicBezTo>
                  <a:pt x="1" y="283"/>
                  <a:pt x="78" y="294"/>
                  <a:pt x="164" y="294"/>
                </a:cubicBezTo>
                <a:cubicBezTo>
                  <a:pt x="189" y="294"/>
                  <a:pt x="214" y="293"/>
                  <a:pt x="238" y="293"/>
                </a:cubicBezTo>
                <a:cubicBezTo>
                  <a:pt x="384" y="293"/>
                  <a:pt x="549" y="293"/>
                  <a:pt x="695" y="275"/>
                </a:cubicBezTo>
                <a:cubicBezTo>
                  <a:pt x="786" y="275"/>
                  <a:pt x="895" y="275"/>
                  <a:pt x="877" y="129"/>
                </a:cubicBezTo>
                <a:cubicBezTo>
                  <a:pt x="877" y="1"/>
                  <a:pt x="768" y="1"/>
                  <a:pt x="676" y="1"/>
                </a:cubicBezTo>
                <a:close/>
              </a:path>
            </a:pathLst>
          </a:custGeom>
          <a:solidFill>
            <a:srgbClr val="2E2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3967737" y="1908795"/>
            <a:ext cx="36218" cy="15279"/>
          </a:xfrm>
          <a:custGeom>
            <a:rect b="b" l="l" r="r" t="t"/>
            <a:pathLst>
              <a:path extrusionOk="0" h="278" w="659">
                <a:moveTo>
                  <a:pt x="527" y="0"/>
                </a:moveTo>
                <a:cubicBezTo>
                  <a:pt x="517" y="0"/>
                  <a:pt x="506" y="2"/>
                  <a:pt x="494" y="4"/>
                </a:cubicBezTo>
                <a:cubicBezTo>
                  <a:pt x="384" y="4"/>
                  <a:pt x="275" y="4"/>
                  <a:pt x="147" y="22"/>
                </a:cubicBezTo>
                <a:cubicBezTo>
                  <a:pt x="19" y="40"/>
                  <a:pt x="1" y="59"/>
                  <a:pt x="1" y="168"/>
                </a:cubicBezTo>
                <a:cubicBezTo>
                  <a:pt x="1" y="259"/>
                  <a:pt x="74" y="259"/>
                  <a:pt x="147" y="278"/>
                </a:cubicBezTo>
                <a:lnTo>
                  <a:pt x="494" y="278"/>
                </a:lnTo>
                <a:cubicBezTo>
                  <a:pt x="622" y="278"/>
                  <a:pt x="658" y="223"/>
                  <a:pt x="640" y="132"/>
                </a:cubicBezTo>
                <a:cubicBezTo>
                  <a:pt x="640" y="52"/>
                  <a:pt x="598" y="0"/>
                  <a:pt x="527" y="0"/>
                </a:cubicBezTo>
                <a:close/>
              </a:path>
            </a:pathLst>
          </a:custGeom>
          <a:solidFill>
            <a:srgbClr val="2E2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3940642" y="1964140"/>
            <a:ext cx="24017" cy="33801"/>
          </a:xfrm>
          <a:custGeom>
            <a:rect b="b" l="l" r="r" t="t"/>
            <a:pathLst>
              <a:path extrusionOk="0" h="615" w="437">
                <a:moveTo>
                  <a:pt x="348" y="1"/>
                </a:moveTo>
                <a:cubicBezTo>
                  <a:pt x="275" y="56"/>
                  <a:pt x="257" y="147"/>
                  <a:pt x="275" y="220"/>
                </a:cubicBezTo>
                <a:cubicBezTo>
                  <a:pt x="309" y="372"/>
                  <a:pt x="311" y="478"/>
                  <a:pt x="137" y="478"/>
                </a:cubicBezTo>
                <a:cubicBezTo>
                  <a:pt x="123" y="478"/>
                  <a:pt x="108" y="477"/>
                  <a:pt x="92" y="476"/>
                </a:cubicBezTo>
                <a:cubicBezTo>
                  <a:pt x="86" y="472"/>
                  <a:pt x="79" y="471"/>
                  <a:pt x="72" y="471"/>
                </a:cubicBezTo>
                <a:cubicBezTo>
                  <a:pt x="43" y="471"/>
                  <a:pt x="16" y="500"/>
                  <a:pt x="1" y="530"/>
                </a:cubicBezTo>
                <a:cubicBezTo>
                  <a:pt x="1" y="603"/>
                  <a:pt x="56" y="603"/>
                  <a:pt x="110" y="603"/>
                </a:cubicBezTo>
                <a:cubicBezTo>
                  <a:pt x="133" y="611"/>
                  <a:pt x="155" y="614"/>
                  <a:pt x="176" y="614"/>
                </a:cubicBezTo>
                <a:cubicBezTo>
                  <a:pt x="316" y="614"/>
                  <a:pt x="437" y="472"/>
                  <a:pt x="421" y="329"/>
                </a:cubicBezTo>
                <a:cubicBezTo>
                  <a:pt x="403" y="220"/>
                  <a:pt x="384" y="110"/>
                  <a:pt x="348" y="1"/>
                </a:cubicBezTo>
                <a:close/>
              </a:path>
            </a:pathLst>
          </a:custGeom>
          <a:solidFill>
            <a:srgbClr val="2E2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>
            <a:off x="3899532" y="1946938"/>
            <a:ext cx="16982" cy="15444"/>
          </a:xfrm>
          <a:custGeom>
            <a:rect b="b" l="l" r="r" t="t"/>
            <a:pathLst>
              <a:path extrusionOk="0" h="281" w="309">
                <a:moveTo>
                  <a:pt x="137" y="0"/>
                </a:moveTo>
                <a:cubicBezTo>
                  <a:pt x="74" y="0"/>
                  <a:pt x="16" y="52"/>
                  <a:pt x="1" y="131"/>
                </a:cubicBezTo>
                <a:cubicBezTo>
                  <a:pt x="1" y="223"/>
                  <a:pt x="55" y="277"/>
                  <a:pt x="147" y="277"/>
                </a:cubicBezTo>
                <a:cubicBezTo>
                  <a:pt x="156" y="279"/>
                  <a:pt x="165" y="280"/>
                  <a:pt x="174" y="280"/>
                </a:cubicBezTo>
                <a:cubicBezTo>
                  <a:pt x="252" y="280"/>
                  <a:pt x="309" y="213"/>
                  <a:pt x="293" y="131"/>
                </a:cubicBezTo>
                <a:cubicBezTo>
                  <a:pt x="309" y="66"/>
                  <a:pt x="252" y="1"/>
                  <a:pt x="188" y="1"/>
                </a:cubicBezTo>
                <a:cubicBezTo>
                  <a:pt x="180" y="1"/>
                  <a:pt x="173" y="2"/>
                  <a:pt x="165" y="4"/>
                </a:cubicBezTo>
                <a:cubicBezTo>
                  <a:pt x="155" y="1"/>
                  <a:pt x="146" y="0"/>
                  <a:pt x="137" y="0"/>
                </a:cubicBezTo>
                <a:close/>
              </a:path>
            </a:pathLst>
          </a:custGeom>
          <a:solidFill>
            <a:srgbClr val="2E2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3972244" y="1945948"/>
            <a:ext cx="17642" cy="16159"/>
          </a:xfrm>
          <a:custGeom>
            <a:rect b="b" l="l" r="r" t="t"/>
            <a:pathLst>
              <a:path extrusionOk="0" h="294" w="321">
                <a:moveTo>
                  <a:pt x="146" y="0"/>
                </a:moveTo>
                <a:cubicBezTo>
                  <a:pt x="69" y="0"/>
                  <a:pt x="10" y="66"/>
                  <a:pt x="10" y="131"/>
                </a:cubicBezTo>
                <a:cubicBezTo>
                  <a:pt x="0" y="239"/>
                  <a:pt x="80" y="294"/>
                  <a:pt x="158" y="294"/>
                </a:cubicBezTo>
                <a:cubicBezTo>
                  <a:pt x="226" y="294"/>
                  <a:pt x="294" y="252"/>
                  <a:pt x="302" y="168"/>
                </a:cubicBezTo>
                <a:cubicBezTo>
                  <a:pt x="320" y="76"/>
                  <a:pt x="247" y="3"/>
                  <a:pt x="174" y="3"/>
                </a:cubicBezTo>
                <a:cubicBezTo>
                  <a:pt x="165" y="1"/>
                  <a:pt x="155" y="0"/>
                  <a:pt x="146" y="0"/>
                </a:cubicBezTo>
                <a:close/>
              </a:path>
            </a:pathLst>
          </a:custGeom>
          <a:solidFill>
            <a:srgbClr val="2E2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5"/>
          <p:cNvSpPr/>
          <p:nvPr/>
        </p:nvSpPr>
        <p:spPr>
          <a:xfrm>
            <a:off x="3973783" y="2385576"/>
            <a:ext cx="318105" cy="283271"/>
          </a:xfrm>
          <a:custGeom>
            <a:rect b="b" l="l" r="r" t="t"/>
            <a:pathLst>
              <a:path extrusionOk="0" h="5154" w="5788">
                <a:moveTo>
                  <a:pt x="1497" y="0"/>
                </a:moveTo>
                <a:lnTo>
                  <a:pt x="0" y="1698"/>
                </a:lnTo>
                <a:cubicBezTo>
                  <a:pt x="603" y="2282"/>
                  <a:pt x="1223" y="2866"/>
                  <a:pt x="1844" y="3450"/>
                </a:cubicBezTo>
                <a:cubicBezTo>
                  <a:pt x="2264" y="3834"/>
                  <a:pt x="2684" y="4217"/>
                  <a:pt x="3140" y="4582"/>
                </a:cubicBezTo>
                <a:cubicBezTo>
                  <a:pt x="3515" y="4894"/>
                  <a:pt x="3889" y="5153"/>
                  <a:pt x="4378" y="5153"/>
                </a:cubicBezTo>
                <a:cubicBezTo>
                  <a:pt x="4461" y="5153"/>
                  <a:pt x="4547" y="5146"/>
                  <a:pt x="4637" y="5130"/>
                </a:cubicBezTo>
                <a:cubicBezTo>
                  <a:pt x="5459" y="5002"/>
                  <a:pt x="5787" y="4180"/>
                  <a:pt x="5495" y="3469"/>
                </a:cubicBezTo>
                <a:cubicBezTo>
                  <a:pt x="5404" y="3231"/>
                  <a:pt x="5240" y="3012"/>
                  <a:pt x="5039" y="2866"/>
                </a:cubicBezTo>
                <a:cubicBezTo>
                  <a:pt x="4856" y="2720"/>
                  <a:pt x="4674" y="2592"/>
                  <a:pt x="4509" y="2446"/>
                </a:cubicBezTo>
                <a:lnTo>
                  <a:pt x="1826" y="274"/>
                </a:lnTo>
                <a:lnTo>
                  <a:pt x="1497" y="0"/>
                </a:lnTo>
                <a:close/>
              </a:path>
            </a:pathLst>
          </a:custGeom>
          <a:solidFill>
            <a:srgbClr val="8356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"/>
          <p:cNvSpPr/>
          <p:nvPr/>
        </p:nvSpPr>
        <p:spPr>
          <a:xfrm>
            <a:off x="3863423" y="2263179"/>
            <a:ext cx="288042" cy="265848"/>
          </a:xfrm>
          <a:custGeom>
            <a:rect b="b" l="l" r="r" t="t"/>
            <a:pathLst>
              <a:path extrusionOk="0" h="4837" w="5241">
                <a:moveTo>
                  <a:pt x="804" y="1"/>
                </a:moveTo>
                <a:cubicBezTo>
                  <a:pt x="627" y="1"/>
                  <a:pt x="603" y="347"/>
                  <a:pt x="603" y="347"/>
                </a:cubicBezTo>
                <a:cubicBezTo>
                  <a:pt x="256" y="365"/>
                  <a:pt x="438" y="803"/>
                  <a:pt x="438" y="803"/>
                </a:cubicBezTo>
                <a:cubicBezTo>
                  <a:pt x="110" y="949"/>
                  <a:pt x="365" y="1424"/>
                  <a:pt x="365" y="1424"/>
                </a:cubicBezTo>
                <a:cubicBezTo>
                  <a:pt x="365" y="1424"/>
                  <a:pt x="0" y="1625"/>
                  <a:pt x="822" y="2683"/>
                </a:cubicBezTo>
                <a:cubicBezTo>
                  <a:pt x="1315" y="3304"/>
                  <a:pt x="1862" y="3870"/>
                  <a:pt x="2428" y="4399"/>
                </a:cubicBezTo>
                <a:cubicBezTo>
                  <a:pt x="2715" y="4708"/>
                  <a:pt x="3044" y="4837"/>
                  <a:pt x="3361" y="4837"/>
                </a:cubicBezTo>
                <a:cubicBezTo>
                  <a:pt x="4358" y="4837"/>
                  <a:pt x="5241" y="3566"/>
                  <a:pt x="4327" y="2610"/>
                </a:cubicBezTo>
                <a:cubicBezTo>
                  <a:pt x="3962" y="2081"/>
                  <a:pt x="3578" y="1588"/>
                  <a:pt x="3158" y="1113"/>
                </a:cubicBezTo>
                <a:cubicBezTo>
                  <a:pt x="3004" y="959"/>
                  <a:pt x="2721" y="749"/>
                  <a:pt x="2569" y="749"/>
                </a:cubicBezTo>
                <a:cubicBezTo>
                  <a:pt x="2506" y="749"/>
                  <a:pt x="2465" y="785"/>
                  <a:pt x="2465" y="876"/>
                </a:cubicBezTo>
                <a:cubicBezTo>
                  <a:pt x="2465" y="1186"/>
                  <a:pt x="2958" y="1643"/>
                  <a:pt x="2720" y="1661"/>
                </a:cubicBezTo>
                <a:cubicBezTo>
                  <a:pt x="2715" y="1662"/>
                  <a:pt x="2709" y="1662"/>
                  <a:pt x="2702" y="1662"/>
                </a:cubicBezTo>
                <a:cubicBezTo>
                  <a:pt x="2443" y="1662"/>
                  <a:pt x="1632" y="952"/>
                  <a:pt x="1187" y="329"/>
                </a:cubicBezTo>
                <a:cubicBezTo>
                  <a:pt x="1013" y="83"/>
                  <a:pt x="891" y="1"/>
                  <a:pt x="80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3892277" y="2278019"/>
            <a:ext cx="61829" cy="75407"/>
          </a:xfrm>
          <a:custGeom>
            <a:rect b="b" l="l" r="r" t="t"/>
            <a:pathLst>
              <a:path extrusionOk="0" h="1372" w="1125">
                <a:moveTo>
                  <a:pt x="91" y="0"/>
                </a:moveTo>
                <a:cubicBezTo>
                  <a:pt x="48" y="0"/>
                  <a:pt x="0" y="32"/>
                  <a:pt x="23" y="77"/>
                </a:cubicBezTo>
                <a:cubicBezTo>
                  <a:pt x="114" y="332"/>
                  <a:pt x="260" y="570"/>
                  <a:pt x="443" y="789"/>
                </a:cubicBezTo>
                <a:cubicBezTo>
                  <a:pt x="607" y="990"/>
                  <a:pt x="790" y="1172"/>
                  <a:pt x="972" y="1355"/>
                </a:cubicBezTo>
                <a:cubicBezTo>
                  <a:pt x="988" y="1366"/>
                  <a:pt x="1004" y="1371"/>
                  <a:pt x="1020" y="1371"/>
                </a:cubicBezTo>
                <a:cubicBezTo>
                  <a:pt x="1078" y="1371"/>
                  <a:pt x="1125" y="1303"/>
                  <a:pt x="1082" y="1245"/>
                </a:cubicBezTo>
                <a:cubicBezTo>
                  <a:pt x="899" y="1081"/>
                  <a:pt x="717" y="898"/>
                  <a:pt x="571" y="716"/>
                </a:cubicBezTo>
                <a:cubicBezTo>
                  <a:pt x="388" y="515"/>
                  <a:pt x="242" y="296"/>
                  <a:pt x="151" y="40"/>
                </a:cubicBezTo>
                <a:cubicBezTo>
                  <a:pt x="144" y="12"/>
                  <a:pt x="118" y="0"/>
                  <a:pt x="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3881065" y="2304180"/>
            <a:ext cx="59796" cy="67328"/>
          </a:xfrm>
          <a:custGeom>
            <a:rect b="b" l="l" r="r" t="t"/>
            <a:pathLst>
              <a:path extrusionOk="0" h="1225" w="1088">
                <a:moveTo>
                  <a:pt x="104" y="1"/>
                </a:moveTo>
                <a:cubicBezTo>
                  <a:pt x="56" y="1"/>
                  <a:pt x="1" y="61"/>
                  <a:pt x="26" y="112"/>
                </a:cubicBezTo>
                <a:cubicBezTo>
                  <a:pt x="245" y="532"/>
                  <a:pt x="556" y="915"/>
                  <a:pt x="921" y="1207"/>
                </a:cubicBezTo>
                <a:cubicBezTo>
                  <a:pt x="937" y="1219"/>
                  <a:pt x="954" y="1224"/>
                  <a:pt x="971" y="1224"/>
                </a:cubicBezTo>
                <a:cubicBezTo>
                  <a:pt x="1033" y="1224"/>
                  <a:pt x="1087" y="1159"/>
                  <a:pt x="1030" y="1116"/>
                </a:cubicBezTo>
                <a:cubicBezTo>
                  <a:pt x="665" y="824"/>
                  <a:pt x="373" y="440"/>
                  <a:pt x="154" y="39"/>
                </a:cubicBezTo>
                <a:cubicBezTo>
                  <a:pt x="143" y="12"/>
                  <a:pt x="124" y="1"/>
                  <a:pt x="10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5"/>
          <p:cNvSpPr/>
          <p:nvPr/>
        </p:nvSpPr>
        <p:spPr>
          <a:xfrm>
            <a:off x="3878482" y="2335947"/>
            <a:ext cx="47320" cy="53587"/>
          </a:xfrm>
          <a:custGeom>
            <a:rect b="b" l="l" r="r" t="t"/>
            <a:pathLst>
              <a:path extrusionOk="0" h="975" w="861">
                <a:moveTo>
                  <a:pt x="69" y="1"/>
                </a:moveTo>
                <a:cubicBezTo>
                  <a:pt x="58" y="1"/>
                  <a:pt x="47" y="3"/>
                  <a:pt x="37" y="9"/>
                </a:cubicBezTo>
                <a:cubicBezTo>
                  <a:pt x="0" y="27"/>
                  <a:pt x="0" y="82"/>
                  <a:pt x="18" y="100"/>
                </a:cubicBezTo>
                <a:cubicBezTo>
                  <a:pt x="91" y="264"/>
                  <a:pt x="183" y="410"/>
                  <a:pt x="292" y="556"/>
                </a:cubicBezTo>
                <a:cubicBezTo>
                  <a:pt x="420" y="702"/>
                  <a:pt x="566" y="830"/>
                  <a:pt x="694" y="958"/>
                </a:cubicBezTo>
                <a:cubicBezTo>
                  <a:pt x="709" y="969"/>
                  <a:pt x="727" y="975"/>
                  <a:pt x="743" y="975"/>
                </a:cubicBezTo>
                <a:cubicBezTo>
                  <a:pt x="805" y="975"/>
                  <a:pt x="861" y="906"/>
                  <a:pt x="803" y="848"/>
                </a:cubicBezTo>
                <a:cubicBezTo>
                  <a:pt x="657" y="739"/>
                  <a:pt x="530" y="593"/>
                  <a:pt x="402" y="465"/>
                </a:cubicBezTo>
                <a:cubicBezTo>
                  <a:pt x="292" y="337"/>
                  <a:pt x="201" y="191"/>
                  <a:pt x="146" y="27"/>
                </a:cubicBezTo>
                <a:cubicBezTo>
                  <a:pt x="120" y="14"/>
                  <a:pt x="95" y="1"/>
                  <a:pt x="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3491177" y="2414650"/>
            <a:ext cx="367294" cy="197366"/>
          </a:xfrm>
          <a:custGeom>
            <a:rect b="b" l="l" r="r" t="t"/>
            <a:pathLst>
              <a:path extrusionOk="0" h="3591" w="6683">
                <a:moveTo>
                  <a:pt x="6189" y="0"/>
                </a:moveTo>
                <a:cubicBezTo>
                  <a:pt x="5313" y="165"/>
                  <a:pt x="4437" y="311"/>
                  <a:pt x="3560" y="493"/>
                </a:cubicBezTo>
                <a:cubicBezTo>
                  <a:pt x="2976" y="603"/>
                  <a:pt x="2392" y="712"/>
                  <a:pt x="1808" y="858"/>
                </a:cubicBezTo>
                <a:cubicBezTo>
                  <a:pt x="1224" y="1004"/>
                  <a:pt x="694" y="1205"/>
                  <a:pt x="384" y="1789"/>
                </a:cubicBezTo>
                <a:cubicBezTo>
                  <a:pt x="1" y="2556"/>
                  <a:pt x="494" y="3341"/>
                  <a:pt x="1279" y="3542"/>
                </a:cubicBezTo>
                <a:cubicBezTo>
                  <a:pt x="1397" y="3576"/>
                  <a:pt x="1520" y="3590"/>
                  <a:pt x="1643" y="3590"/>
                </a:cubicBezTo>
                <a:cubicBezTo>
                  <a:pt x="1785" y="3590"/>
                  <a:pt x="1927" y="3571"/>
                  <a:pt x="2064" y="3542"/>
                </a:cubicBezTo>
                <a:cubicBezTo>
                  <a:pt x="2301" y="3487"/>
                  <a:pt x="2520" y="3396"/>
                  <a:pt x="2757" y="3341"/>
                </a:cubicBezTo>
                <a:lnTo>
                  <a:pt x="6244" y="2428"/>
                </a:lnTo>
                <a:lnTo>
                  <a:pt x="6682" y="2319"/>
                </a:lnTo>
                <a:lnTo>
                  <a:pt x="6189" y="0"/>
                </a:lnTo>
                <a:close/>
              </a:path>
            </a:pathLst>
          </a:custGeom>
          <a:solidFill>
            <a:srgbClr val="8356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3749435" y="2354029"/>
            <a:ext cx="264520" cy="189067"/>
          </a:xfrm>
          <a:custGeom>
            <a:rect b="b" l="l" r="r" t="t"/>
            <a:pathLst>
              <a:path extrusionOk="0" h="3440" w="4813">
                <a:moveTo>
                  <a:pt x="4419" y="0"/>
                </a:moveTo>
                <a:cubicBezTo>
                  <a:pt x="4349" y="0"/>
                  <a:pt x="4243" y="51"/>
                  <a:pt x="4082" y="191"/>
                </a:cubicBezTo>
                <a:cubicBezTo>
                  <a:pt x="3612" y="594"/>
                  <a:pt x="2848" y="966"/>
                  <a:pt x="2587" y="966"/>
                </a:cubicBezTo>
                <a:cubicBezTo>
                  <a:pt x="2564" y="966"/>
                  <a:pt x="2545" y="963"/>
                  <a:pt x="2531" y="957"/>
                </a:cubicBezTo>
                <a:cubicBezTo>
                  <a:pt x="2348" y="884"/>
                  <a:pt x="2841" y="629"/>
                  <a:pt x="2914" y="373"/>
                </a:cubicBezTo>
                <a:cubicBezTo>
                  <a:pt x="2935" y="275"/>
                  <a:pt x="2878" y="239"/>
                  <a:pt x="2787" y="239"/>
                </a:cubicBezTo>
                <a:cubicBezTo>
                  <a:pt x="2641" y="239"/>
                  <a:pt x="2410" y="331"/>
                  <a:pt x="2275" y="410"/>
                </a:cubicBezTo>
                <a:cubicBezTo>
                  <a:pt x="1837" y="720"/>
                  <a:pt x="1399" y="1049"/>
                  <a:pt x="997" y="1396"/>
                </a:cubicBezTo>
                <a:cubicBezTo>
                  <a:pt x="1" y="2070"/>
                  <a:pt x="626" y="3440"/>
                  <a:pt x="1588" y="3440"/>
                </a:cubicBezTo>
                <a:cubicBezTo>
                  <a:pt x="1771" y="3440"/>
                  <a:pt x="1967" y="3390"/>
                  <a:pt x="2166" y="3276"/>
                </a:cubicBezTo>
                <a:cubicBezTo>
                  <a:pt x="2750" y="2965"/>
                  <a:pt x="3316" y="2619"/>
                  <a:pt x="3845" y="2217"/>
                </a:cubicBezTo>
                <a:cubicBezTo>
                  <a:pt x="4758" y="1542"/>
                  <a:pt x="4502" y="1268"/>
                  <a:pt x="4502" y="1268"/>
                </a:cubicBezTo>
                <a:cubicBezTo>
                  <a:pt x="4502" y="1268"/>
                  <a:pt x="4813" y="939"/>
                  <a:pt x="4575" y="738"/>
                </a:cubicBezTo>
                <a:cubicBezTo>
                  <a:pt x="4575" y="738"/>
                  <a:pt x="4813" y="428"/>
                  <a:pt x="4539" y="318"/>
                </a:cubicBezTo>
                <a:cubicBezTo>
                  <a:pt x="4539" y="318"/>
                  <a:pt x="4595" y="0"/>
                  <a:pt x="44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"/>
          <p:cNvSpPr/>
          <p:nvPr/>
        </p:nvSpPr>
        <p:spPr>
          <a:xfrm>
            <a:off x="3936190" y="2368813"/>
            <a:ext cx="66831" cy="51334"/>
          </a:xfrm>
          <a:custGeom>
            <a:rect b="b" l="l" r="r" t="t"/>
            <a:pathLst>
              <a:path extrusionOk="0" h="934" w="1216">
                <a:moveTo>
                  <a:pt x="1132" y="0"/>
                </a:moveTo>
                <a:cubicBezTo>
                  <a:pt x="1115" y="0"/>
                  <a:pt x="1097" y="9"/>
                  <a:pt x="1086" y="31"/>
                </a:cubicBezTo>
                <a:cubicBezTo>
                  <a:pt x="958" y="214"/>
                  <a:pt x="794" y="360"/>
                  <a:pt x="611" y="488"/>
                </a:cubicBezTo>
                <a:cubicBezTo>
                  <a:pt x="429" y="615"/>
                  <a:pt x="246" y="725"/>
                  <a:pt x="64" y="816"/>
                </a:cubicBezTo>
                <a:cubicBezTo>
                  <a:pt x="1" y="848"/>
                  <a:pt x="46" y="933"/>
                  <a:pt x="95" y="933"/>
                </a:cubicBezTo>
                <a:cubicBezTo>
                  <a:pt x="103" y="933"/>
                  <a:pt x="111" y="931"/>
                  <a:pt x="118" y="926"/>
                </a:cubicBezTo>
                <a:cubicBezTo>
                  <a:pt x="319" y="816"/>
                  <a:pt x="502" y="707"/>
                  <a:pt x="684" y="579"/>
                </a:cubicBezTo>
                <a:cubicBezTo>
                  <a:pt x="885" y="433"/>
                  <a:pt x="1049" y="269"/>
                  <a:pt x="1177" y="86"/>
                </a:cubicBezTo>
                <a:cubicBezTo>
                  <a:pt x="1216" y="48"/>
                  <a:pt x="1174" y="0"/>
                  <a:pt x="11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5"/>
          <p:cNvSpPr/>
          <p:nvPr/>
        </p:nvSpPr>
        <p:spPr>
          <a:xfrm>
            <a:off x="3944324" y="2392061"/>
            <a:ext cx="61829" cy="45178"/>
          </a:xfrm>
          <a:custGeom>
            <a:rect b="b" l="l" r="r" t="t"/>
            <a:pathLst>
              <a:path extrusionOk="0" h="822" w="1125">
                <a:moveTo>
                  <a:pt x="1041" y="1"/>
                </a:moveTo>
                <a:cubicBezTo>
                  <a:pt x="1024" y="1"/>
                  <a:pt x="1007" y="9"/>
                  <a:pt x="993" y="28"/>
                </a:cubicBezTo>
                <a:cubicBezTo>
                  <a:pt x="737" y="320"/>
                  <a:pt x="409" y="557"/>
                  <a:pt x="62" y="722"/>
                </a:cubicBezTo>
                <a:cubicBezTo>
                  <a:pt x="1" y="752"/>
                  <a:pt x="42" y="822"/>
                  <a:pt x="89" y="822"/>
                </a:cubicBezTo>
                <a:cubicBezTo>
                  <a:pt x="98" y="822"/>
                  <a:pt x="108" y="819"/>
                  <a:pt x="117" y="813"/>
                </a:cubicBezTo>
                <a:cubicBezTo>
                  <a:pt x="482" y="649"/>
                  <a:pt x="810" y="411"/>
                  <a:pt x="1084" y="101"/>
                </a:cubicBezTo>
                <a:cubicBezTo>
                  <a:pt x="1124" y="61"/>
                  <a:pt x="1086" y="1"/>
                  <a:pt x="104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3952349" y="2419157"/>
            <a:ext cx="49793" cy="36165"/>
          </a:xfrm>
          <a:custGeom>
            <a:rect b="b" l="l" r="r" t="t"/>
            <a:pathLst>
              <a:path extrusionOk="0" h="658" w="906">
                <a:moveTo>
                  <a:pt x="829" y="1"/>
                </a:moveTo>
                <a:cubicBezTo>
                  <a:pt x="815" y="1"/>
                  <a:pt x="802" y="9"/>
                  <a:pt x="792" y="28"/>
                </a:cubicBezTo>
                <a:cubicBezTo>
                  <a:pt x="701" y="137"/>
                  <a:pt x="591" y="229"/>
                  <a:pt x="482" y="320"/>
                </a:cubicBezTo>
                <a:cubicBezTo>
                  <a:pt x="336" y="411"/>
                  <a:pt x="208" y="484"/>
                  <a:pt x="62" y="557"/>
                </a:cubicBezTo>
                <a:cubicBezTo>
                  <a:pt x="1" y="588"/>
                  <a:pt x="42" y="657"/>
                  <a:pt x="89" y="657"/>
                </a:cubicBezTo>
                <a:cubicBezTo>
                  <a:pt x="98" y="657"/>
                  <a:pt x="108" y="655"/>
                  <a:pt x="117" y="649"/>
                </a:cubicBezTo>
                <a:cubicBezTo>
                  <a:pt x="263" y="576"/>
                  <a:pt x="409" y="503"/>
                  <a:pt x="536" y="411"/>
                </a:cubicBezTo>
                <a:cubicBezTo>
                  <a:pt x="664" y="320"/>
                  <a:pt x="774" y="211"/>
                  <a:pt x="865" y="101"/>
                </a:cubicBezTo>
                <a:cubicBezTo>
                  <a:pt x="905" y="61"/>
                  <a:pt x="867" y="1"/>
                  <a:pt x="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3843362" y="2895223"/>
            <a:ext cx="151523" cy="653217"/>
          </a:xfrm>
          <a:custGeom>
            <a:rect b="b" l="l" r="r" t="t"/>
            <a:pathLst>
              <a:path extrusionOk="0" fill="none" h="11885" w="2757">
                <a:moveTo>
                  <a:pt x="2757" y="1"/>
                </a:moveTo>
                <a:lnTo>
                  <a:pt x="0" y="11885"/>
                </a:lnTo>
              </a:path>
            </a:pathLst>
          </a:custGeom>
          <a:noFill/>
          <a:ln cap="flat" cmpd="sng" w="5475">
            <a:solidFill>
              <a:srgbClr val="1E1F35"/>
            </a:solidFill>
            <a:prstDash val="solid"/>
            <a:miter lim="182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p25"/>
          <p:cNvGrpSpPr/>
          <p:nvPr/>
        </p:nvGrpSpPr>
        <p:grpSpPr>
          <a:xfrm>
            <a:off x="4824316" y="1997433"/>
            <a:ext cx="861327" cy="2606863"/>
            <a:chOff x="6569500" y="1364100"/>
            <a:chExt cx="1070636" cy="3240352"/>
          </a:xfrm>
        </p:grpSpPr>
        <p:sp>
          <p:nvSpPr>
            <p:cNvPr id="352" name="Google Shape;352;p25"/>
            <p:cNvSpPr/>
            <p:nvPr/>
          </p:nvSpPr>
          <p:spPr>
            <a:xfrm>
              <a:off x="7023231" y="1685995"/>
              <a:ext cx="205249" cy="198628"/>
            </a:xfrm>
            <a:custGeom>
              <a:rect b="b" l="l" r="r" t="t"/>
              <a:pathLst>
                <a:path extrusionOk="0" h="2757" w="2849">
                  <a:moveTo>
                    <a:pt x="2429" y="0"/>
                  </a:moveTo>
                  <a:lnTo>
                    <a:pt x="476" y="73"/>
                  </a:lnTo>
                  <a:lnTo>
                    <a:pt x="275" y="1424"/>
                  </a:lnTo>
                  <a:lnTo>
                    <a:pt x="1" y="1862"/>
                  </a:lnTo>
                  <a:lnTo>
                    <a:pt x="969" y="2757"/>
                  </a:lnTo>
                  <a:cubicBezTo>
                    <a:pt x="969" y="2757"/>
                    <a:pt x="2849" y="2355"/>
                    <a:pt x="2794" y="1735"/>
                  </a:cubicBezTo>
                  <a:cubicBezTo>
                    <a:pt x="2684" y="1242"/>
                    <a:pt x="2447" y="895"/>
                    <a:pt x="2429" y="493"/>
                  </a:cubicBezTo>
                  <a:cubicBezTo>
                    <a:pt x="2411" y="329"/>
                    <a:pt x="2411" y="165"/>
                    <a:pt x="2429" y="0"/>
                  </a:cubicBezTo>
                  <a:close/>
                </a:path>
              </a:pathLst>
            </a:custGeom>
            <a:solidFill>
              <a:srgbClr val="FCA2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7033821" y="1685995"/>
              <a:ext cx="171029" cy="127376"/>
            </a:xfrm>
            <a:custGeom>
              <a:rect b="b" l="l" r="r" t="t"/>
              <a:pathLst>
                <a:path extrusionOk="0" h="1768" w="2374">
                  <a:moveTo>
                    <a:pt x="2282" y="0"/>
                  </a:moveTo>
                  <a:lnTo>
                    <a:pt x="329" y="73"/>
                  </a:lnTo>
                  <a:lnTo>
                    <a:pt x="128" y="1424"/>
                  </a:lnTo>
                  <a:lnTo>
                    <a:pt x="0" y="1625"/>
                  </a:lnTo>
                  <a:cubicBezTo>
                    <a:pt x="234" y="1721"/>
                    <a:pt x="481" y="1767"/>
                    <a:pt x="726" y="1767"/>
                  </a:cubicBezTo>
                  <a:cubicBezTo>
                    <a:pt x="901" y="1767"/>
                    <a:pt x="1074" y="1744"/>
                    <a:pt x="1241" y="1698"/>
                  </a:cubicBezTo>
                  <a:cubicBezTo>
                    <a:pt x="1698" y="1589"/>
                    <a:pt x="2099" y="1333"/>
                    <a:pt x="2373" y="968"/>
                  </a:cubicBezTo>
                  <a:cubicBezTo>
                    <a:pt x="2318" y="822"/>
                    <a:pt x="2282" y="658"/>
                    <a:pt x="2264" y="512"/>
                  </a:cubicBezTo>
                  <a:cubicBezTo>
                    <a:pt x="2245" y="347"/>
                    <a:pt x="2264" y="165"/>
                    <a:pt x="2282" y="0"/>
                  </a:cubicBezTo>
                  <a:close/>
                </a:path>
              </a:pathLst>
            </a:custGeom>
            <a:solidFill>
              <a:srgbClr val="DB79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>
              <a:off x="6968046" y="1422672"/>
              <a:ext cx="285432" cy="349490"/>
            </a:xfrm>
            <a:custGeom>
              <a:rect b="b" l="l" r="r" t="t"/>
              <a:pathLst>
                <a:path extrusionOk="0" h="4851" w="3962">
                  <a:moveTo>
                    <a:pt x="1616" y="1"/>
                  </a:moveTo>
                  <a:cubicBezTo>
                    <a:pt x="826" y="1"/>
                    <a:pt x="536" y="406"/>
                    <a:pt x="347" y="771"/>
                  </a:cubicBezTo>
                  <a:cubicBezTo>
                    <a:pt x="183" y="1118"/>
                    <a:pt x="0" y="2432"/>
                    <a:pt x="92" y="3345"/>
                  </a:cubicBezTo>
                  <a:cubicBezTo>
                    <a:pt x="128" y="3801"/>
                    <a:pt x="311" y="4769"/>
                    <a:pt x="712" y="4842"/>
                  </a:cubicBezTo>
                  <a:cubicBezTo>
                    <a:pt x="743" y="4848"/>
                    <a:pt x="781" y="4850"/>
                    <a:pt x="826" y="4850"/>
                  </a:cubicBezTo>
                  <a:cubicBezTo>
                    <a:pt x="1374" y="4850"/>
                    <a:pt x="2916" y="4431"/>
                    <a:pt x="3304" y="3418"/>
                  </a:cubicBezTo>
                  <a:cubicBezTo>
                    <a:pt x="3578" y="3217"/>
                    <a:pt x="3962" y="2743"/>
                    <a:pt x="3834" y="2323"/>
                  </a:cubicBezTo>
                  <a:cubicBezTo>
                    <a:pt x="3779" y="2140"/>
                    <a:pt x="3706" y="2067"/>
                    <a:pt x="3651" y="2049"/>
                  </a:cubicBezTo>
                  <a:cubicBezTo>
                    <a:pt x="3852" y="1118"/>
                    <a:pt x="3834" y="497"/>
                    <a:pt x="2647" y="169"/>
                  </a:cubicBezTo>
                  <a:cubicBezTo>
                    <a:pt x="2231" y="50"/>
                    <a:pt x="1893" y="1"/>
                    <a:pt x="1616" y="1"/>
                  </a:cubicBezTo>
                  <a:close/>
                </a:path>
              </a:pathLst>
            </a:custGeom>
            <a:solidFill>
              <a:srgbClr val="FCA2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7175819" y="1499256"/>
              <a:ext cx="69809" cy="102664"/>
            </a:xfrm>
            <a:custGeom>
              <a:rect b="b" l="l" r="r" t="t"/>
              <a:pathLst>
                <a:path extrusionOk="0" h="1425" w="969">
                  <a:moveTo>
                    <a:pt x="968" y="0"/>
                  </a:moveTo>
                  <a:lnTo>
                    <a:pt x="1" y="110"/>
                  </a:lnTo>
                  <a:cubicBezTo>
                    <a:pt x="238" y="548"/>
                    <a:pt x="183" y="1424"/>
                    <a:pt x="183" y="1424"/>
                  </a:cubicBezTo>
                  <a:lnTo>
                    <a:pt x="329" y="1351"/>
                  </a:lnTo>
                  <a:lnTo>
                    <a:pt x="767" y="986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5"/>
            <p:cNvSpPr/>
            <p:nvPr/>
          </p:nvSpPr>
          <p:spPr>
            <a:xfrm>
              <a:off x="6943046" y="1364100"/>
              <a:ext cx="324912" cy="191784"/>
            </a:xfrm>
            <a:custGeom>
              <a:rect b="b" l="l" r="r" t="t"/>
              <a:pathLst>
                <a:path extrusionOk="0" h="2662" w="4510">
                  <a:moveTo>
                    <a:pt x="2323" y="1"/>
                  </a:moveTo>
                  <a:cubicBezTo>
                    <a:pt x="1924" y="1"/>
                    <a:pt x="1529" y="137"/>
                    <a:pt x="1205" y="398"/>
                  </a:cubicBezTo>
                  <a:lnTo>
                    <a:pt x="566" y="890"/>
                  </a:lnTo>
                  <a:cubicBezTo>
                    <a:pt x="311" y="1109"/>
                    <a:pt x="128" y="1402"/>
                    <a:pt x="92" y="1730"/>
                  </a:cubicBezTo>
                  <a:lnTo>
                    <a:pt x="37" y="2114"/>
                  </a:lnTo>
                  <a:cubicBezTo>
                    <a:pt x="0" y="2296"/>
                    <a:pt x="92" y="2497"/>
                    <a:pt x="256" y="2606"/>
                  </a:cubicBezTo>
                  <a:lnTo>
                    <a:pt x="366" y="2661"/>
                  </a:lnTo>
                  <a:cubicBezTo>
                    <a:pt x="881" y="2330"/>
                    <a:pt x="1466" y="2189"/>
                    <a:pt x="2092" y="2189"/>
                  </a:cubicBezTo>
                  <a:cubicBezTo>
                    <a:pt x="2708" y="2189"/>
                    <a:pt x="3365" y="2325"/>
                    <a:pt x="4035" y="2552"/>
                  </a:cubicBezTo>
                  <a:lnTo>
                    <a:pt x="4017" y="2570"/>
                  </a:lnTo>
                  <a:cubicBezTo>
                    <a:pt x="4144" y="2460"/>
                    <a:pt x="4254" y="2333"/>
                    <a:pt x="4309" y="2187"/>
                  </a:cubicBezTo>
                  <a:lnTo>
                    <a:pt x="4418" y="1931"/>
                  </a:lnTo>
                  <a:cubicBezTo>
                    <a:pt x="4491" y="1748"/>
                    <a:pt x="4509" y="1566"/>
                    <a:pt x="4473" y="1383"/>
                  </a:cubicBezTo>
                  <a:cubicBezTo>
                    <a:pt x="4436" y="1091"/>
                    <a:pt x="4254" y="836"/>
                    <a:pt x="3998" y="690"/>
                  </a:cubicBezTo>
                  <a:lnTo>
                    <a:pt x="3195" y="233"/>
                  </a:lnTo>
                  <a:cubicBezTo>
                    <a:pt x="2922" y="77"/>
                    <a:pt x="2621" y="1"/>
                    <a:pt x="2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5"/>
            <p:cNvSpPr/>
            <p:nvPr/>
          </p:nvSpPr>
          <p:spPr>
            <a:xfrm>
              <a:off x="7070636" y="1395367"/>
              <a:ext cx="135512" cy="114119"/>
            </a:xfrm>
            <a:custGeom>
              <a:rect b="b" l="l" r="r" t="t"/>
              <a:pathLst>
                <a:path extrusionOk="0" h="1584" w="1881">
                  <a:moveTo>
                    <a:pt x="201" y="0"/>
                  </a:moveTo>
                  <a:lnTo>
                    <a:pt x="201" y="0"/>
                  </a:lnTo>
                  <a:cubicBezTo>
                    <a:pt x="110" y="55"/>
                    <a:pt x="55" y="146"/>
                    <a:pt x="37" y="256"/>
                  </a:cubicBezTo>
                  <a:cubicBezTo>
                    <a:pt x="0" y="383"/>
                    <a:pt x="18" y="511"/>
                    <a:pt x="55" y="621"/>
                  </a:cubicBezTo>
                  <a:cubicBezTo>
                    <a:pt x="110" y="730"/>
                    <a:pt x="183" y="840"/>
                    <a:pt x="274" y="931"/>
                  </a:cubicBezTo>
                  <a:cubicBezTo>
                    <a:pt x="365" y="1022"/>
                    <a:pt x="457" y="1114"/>
                    <a:pt x="548" y="1187"/>
                  </a:cubicBezTo>
                  <a:cubicBezTo>
                    <a:pt x="767" y="1333"/>
                    <a:pt x="986" y="1442"/>
                    <a:pt x="1223" y="1515"/>
                  </a:cubicBezTo>
                  <a:cubicBezTo>
                    <a:pt x="1333" y="1533"/>
                    <a:pt x="1442" y="1552"/>
                    <a:pt x="1570" y="1570"/>
                  </a:cubicBezTo>
                  <a:cubicBezTo>
                    <a:pt x="1616" y="1579"/>
                    <a:pt x="1666" y="1584"/>
                    <a:pt x="1718" y="1584"/>
                  </a:cubicBezTo>
                  <a:cubicBezTo>
                    <a:pt x="1771" y="1584"/>
                    <a:pt x="1826" y="1579"/>
                    <a:pt x="1880" y="1570"/>
                  </a:cubicBezTo>
                  <a:cubicBezTo>
                    <a:pt x="1789" y="1552"/>
                    <a:pt x="1680" y="1533"/>
                    <a:pt x="1588" y="1497"/>
                  </a:cubicBezTo>
                  <a:cubicBezTo>
                    <a:pt x="1479" y="1460"/>
                    <a:pt x="1388" y="1424"/>
                    <a:pt x="1278" y="1387"/>
                  </a:cubicBezTo>
                  <a:cubicBezTo>
                    <a:pt x="1059" y="1296"/>
                    <a:pt x="858" y="1168"/>
                    <a:pt x="657" y="1041"/>
                  </a:cubicBezTo>
                  <a:cubicBezTo>
                    <a:pt x="475" y="913"/>
                    <a:pt x="311" y="749"/>
                    <a:pt x="183" y="566"/>
                  </a:cubicBezTo>
                  <a:cubicBezTo>
                    <a:pt x="73" y="383"/>
                    <a:pt x="91" y="164"/>
                    <a:pt x="2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5"/>
            <p:cNvSpPr/>
            <p:nvPr/>
          </p:nvSpPr>
          <p:spPr>
            <a:xfrm>
              <a:off x="7110044" y="1447960"/>
              <a:ext cx="111882" cy="28458"/>
            </a:xfrm>
            <a:custGeom>
              <a:rect b="b" l="l" r="r" t="t"/>
              <a:pathLst>
                <a:path extrusionOk="0" h="395" w="1553">
                  <a:moveTo>
                    <a:pt x="1" y="0"/>
                  </a:moveTo>
                  <a:lnTo>
                    <a:pt x="1" y="0"/>
                  </a:lnTo>
                  <a:cubicBezTo>
                    <a:pt x="347" y="260"/>
                    <a:pt x="773" y="394"/>
                    <a:pt x="1206" y="394"/>
                  </a:cubicBezTo>
                  <a:cubicBezTo>
                    <a:pt x="1321" y="394"/>
                    <a:pt x="1437" y="385"/>
                    <a:pt x="1553" y="365"/>
                  </a:cubicBezTo>
                  <a:cubicBezTo>
                    <a:pt x="1023" y="311"/>
                    <a:pt x="494" y="18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5"/>
            <p:cNvSpPr/>
            <p:nvPr/>
          </p:nvSpPr>
          <p:spPr>
            <a:xfrm>
              <a:off x="6962786" y="1445294"/>
              <a:ext cx="51366" cy="73774"/>
            </a:xfrm>
            <a:custGeom>
              <a:rect b="b" l="l" r="r" t="t"/>
              <a:pathLst>
                <a:path extrusionOk="0" h="1024" w="713">
                  <a:moveTo>
                    <a:pt x="712" y="1"/>
                  </a:moveTo>
                  <a:lnTo>
                    <a:pt x="712" y="1"/>
                  </a:lnTo>
                  <a:cubicBezTo>
                    <a:pt x="621" y="37"/>
                    <a:pt x="530" y="92"/>
                    <a:pt x="457" y="147"/>
                  </a:cubicBezTo>
                  <a:cubicBezTo>
                    <a:pt x="256" y="293"/>
                    <a:pt x="110" y="494"/>
                    <a:pt x="55" y="731"/>
                  </a:cubicBezTo>
                  <a:cubicBezTo>
                    <a:pt x="19" y="822"/>
                    <a:pt x="0" y="932"/>
                    <a:pt x="0" y="1023"/>
                  </a:cubicBezTo>
                  <a:cubicBezTo>
                    <a:pt x="55" y="822"/>
                    <a:pt x="146" y="640"/>
                    <a:pt x="256" y="457"/>
                  </a:cubicBezTo>
                  <a:cubicBezTo>
                    <a:pt x="384" y="275"/>
                    <a:pt x="548" y="129"/>
                    <a:pt x="7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7074526" y="1525552"/>
              <a:ext cx="64550" cy="21109"/>
            </a:xfrm>
            <a:custGeom>
              <a:rect b="b" l="l" r="r" t="t"/>
              <a:pathLst>
                <a:path extrusionOk="0" h="293" w="896">
                  <a:moveTo>
                    <a:pt x="220" y="0"/>
                  </a:moveTo>
                  <a:cubicBezTo>
                    <a:pt x="129" y="0"/>
                    <a:pt x="19" y="0"/>
                    <a:pt x="19" y="128"/>
                  </a:cubicBezTo>
                  <a:cubicBezTo>
                    <a:pt x="1" y="256"/>
                    <a:pt x="110" y="274"/>
                    <a:pt x="202" y="274"/>
                  </a:cubicBezTo>
                  <a:cubicBezTo>
                    <a:pt x="366" y="292"/>
                    <a:pt x="512" y="292"/>
                    <a:pt x="658" y="292"/>
                  </a:cubicBezTo>
                  <a:cubicBezTo>
                    <a:pt x="768" y="292"/>
                    <a:pt x="895" y="292"/>
                    <a:pt x="895" y="165"/>
                  </a:cubicBezTo>
                  <a:cubicBezTo>
                    <a:pt x="895" y="37"/>
                    <a:pt x="804" y="19"/>
                    <a:pt x="695" y="19"/>
                  </a:cubicBezTo>
                  <a:cubicBezTo>
                    <a:pt x="549" y="19"/>
                    <a:pt x="384" y="0"/>
                    <a:pt x="220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6978564" y="1524255"/>
              <a:ext cx="47404" cy="19740"/>
            </a:xfrm>
            <a:custGeom>
              <a:rect b="b" l="l" r="r" t="t"/>
              <a:pathLst>
                <a:path extrusionOk="0" h="274" w="658">
                  <a:moveTo>
                    <a:pt x="146" y="0"/>
                  </a:moveTo>
                  <a:cubicBezTo>
                    <a:pt x="73" y="0"/>
                    <a:pt x="19" y="55"/>
                    <a:pt x="0" y="128"/>
                  </a:cubicBezTo>
                  <a:cubicBezTo>
                    <a:pt x="0" y="237"/>
                    <a:pt x="19" y="274"/>
                    <a:pt x="146" y="274"/>
                  </a:cubicBezTo>
                  <a:lnTo>
                    <a:pt x="511" y="274"/>
                  </a:lnTo>
                  <a:cubicBezTo>
                    <a:pt x="584" y="274"/>
                    <a:pt x="639" y="274"/>
                    <a:pt x="657" y="183"/>
                  </a:cubicBezTo>
                  <a:cubicBezTo>
                    <a:pt x="657" y="73"/>
                    <a:pt x="639" y="37"/>
                    <a:pt x="511" y="18"/>
                  </a:cubicBezTo>
                  <a:cubicBezTo>
                    <a:pt x="384" y="0"/>
                    <a:pt x="274" y="0"/>
                    <a:pt x="146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5"/>
            <p:cNvSpPr/>
            <p:nvPr/>
          </p:nvSpPr>
          <p:spPr>
            <a:xfrm>
              <a:off x="7092969" y="1575335"/>
              <a:ext cx="22405" cy="21325"/>
            </a:xfrm>
            <a:custGeom>
              <a:rect b="b" l="l" r="r" t="t"/>
              <a:pathLst>
                <a:path extrusionOk="0" h="296" w="311">
                  <a:moveTo>
                    <a:pt x="175" y="0"/>
                  </a:moveTo>
                  <a:cubicBezTo>
                    <a:pt x="166" y="0"/>
                    <a:pt x="156" y="1"/>
                    <a:pt x="147" y="3"/>
                  </a:cubicBezTo>
                  <a:cubicBezTo>
                    <a:pt x="74" y="3"/>
                    <a:pt x="19" y="58"/>
                    <a:pt x="19" y="131"/>
                  </a:cubicBezTo>
                  <a:cubicBezTo>
                    <a:pt x="1" y="222"/>
                    <a:pt x="74" y="295"/>
                    <a:pt x="165" y="295"/>
                  </a:cubicBezTo>
                  <a:cubicBezTo>
                    <a:pt x="238" y="295"/>
                    <a:pt x="311" y="222"/>
                    <a:pt x="311" y="131"/>
                  </a:cubicBezTo>
                  <a:cubicBezTo>
                    <a:pt x="311" y="65"/>
                    <a:pt x="252" y="0"/>
                    <a:pt x="175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5"/>
            <p:cNvSpPr/>
            <p:nvPr/>
          </p:nvSpPr>
          <p:spPr>
            <a:xfrm>
              <a:off x="6997583" y="1573678"/>
              <a:ext cx="22982" cy="20605"/>
            </a:xfrm>
            <a:custGeom>
              <a:rect b="b" l="l" r="r" t="t"/>
              <a:pathLst>
                <a:path extrusionOk="0" h="286" w="319">
                  <a:moveTo>
                    <a:pt x="151" y="0"/>
                  </a:moveTo>
                  <a:cubicBezTo>
                    <a:pt x="74" y="0"/>
                    <a:pt x="0" y="56"/>
                    <a:pt x="10" y="154"/>
                  </a:cubicBezTo>
                  <a:cubicBezTo>
                    <a:pt x="10" y="233"/>
                    <a:pt x="66" y="285"/>
                    <a:pt x="128" y="285"/>
                  </a:cubicBezTo>
                  <a:cubicBezTo>
                    <a:pt x="137" y="285"/>
                    <a:pt x="147" y="284"/>
                    <a:pt x="156" y="282"/>
                  </a:cubicBezTo>
                  <a:cubicBezTo>
                    <a:pt x="166" y="283"/>
                    <a:pt x="175" y="284"/>
                    <a:pt x="184" y="284"/>
                  </a:cubicBezTo>
                  <a:cubicBezTo>
                    <a:pt x="262" y="284"/>
                    <a:pt x="319" y="217"/>
                    <a:pt x="302" y="136"/>
                  </a:cubicBezTo>
                  <a:cubicBezTo>
                    <a:pt x="285" y="42"/>
                    <a:pt x="217" y="0"/>
                    <a:pt x="151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5"/>
            <p:cNvSpPr/>
            <p:nvPr/>
          </p:nvSpPr>
          <p:spPr>
            <a:xfrm>
              <a:off x="6747088" y="2632950"/>
              <a:ext cx="756302" cy="1824179"/>
            </a:xfrm>
            <a:custGeom>
              <a:rect b="b" l="l" r="r" t="t"/>
              <a:pathLst>
                <a:path extrusionOk="0" h="25320" w="10498">
                  <a:moveTo>
                    <a:pt x="2355" y="0"/>
                  </a:moveTo>
                  <a:cubicBezTo>
                    <a:pt x="2173" y="292"/>
                    <a:pt x="2008" y="621"/>
                    <a:pt x="1881" y="931"/>
                  </a:cubicBezTo>
                  <a:cubicBezTo>
                    <a:pt x="1169" y="2465"/>
                    <a:pt x="767" y="4126"/>
                    <a:pt x="658" y="5805"/>
                  </a:cubicBezTo>
                  <a:cubicBezTo>
                    <a:pt x="548" y="8215"/>
                    <a:pt x="0" y="25320"/>
                    <a:pt x="0" y="25320"/>
                  </a:cubicBezTo>
                  <a:lnTo>
                    <a:pt x="10497" y="25320"/>
                  </a:lnTo>
                  <a:cubicBezTo>
                    <a:pt x="10497" y="25320"/>
                    <a:pt x="10333" y="7357"/>
                    <a:pt x="9931" y="4874"/>
                  </a:cubicBezTo>
                  <a:cubicBezTo>
                    <a:pt x="9712" y="3523"/>
                    <a:pt x="9347" y="2209"/>
                    <a:pt x="8854" y="931"/>
                  </a:cubicBezTo>
                  <a:cubicBezTo>
                    <a:pt x="8635" y="347"/>
                    <a:pt x="8489" y="0"/>
                    <a:pt x="8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6881233" y="2632950"/>
              <a:ext cx="503793" cy="59221"/>
            </a:xfrm>
            <a:custGeom>
              <a:rect b="b" l="l" r="r" t="t"/>
              <a:pathLst>
                <a:path extrusionOk="0" h="822" w="6993">
                  <a:moveTo>
                    <a:pt x="493" y="0"/>
                  </a:moveTo>
                  <a:cubicBezTo>
                    <a:pt x="311" y="274"/>
                    <a:pt x="146" y="548"/>
                    <a:pt x="0" y="822"/>
                  </a:cubicBezTo>
                  <a:lnTo>
                    <a:pt x="6992" y="822"/>
                  </a:lnTo>
                  <a:cubicBezTo>
                    <a:pt x="6773" y="310"/>
                    <a:pt x="6627" y="0"/>
                    <a:pt x="6627" y="0"/>
                  </a:cubicBezTo>
                  <a:close/>
                </a:path>
              </a:pathLst>
            </a:custGeom>
            <a:solidFill>
              <a:srgbClr val="2F3F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5"/>
            <p:cNvSpPr/>
            <p:nvPr/>
          </p:nvSpPr>
          <p:spPr>
            <a:xfrm>
              <a:off x="7262632" y="2632950"/>
              <a:ext cx="14553" cy="85517"/>
            </a:xfrm>
            <a:custGeom>
              <a:rect b="b" l="l" r="r" t="t"/>
              <a:pathLst>
                <a:path extrusionOk="0" h="1187" w="202">
                  <a:moveTo>
                    <a:pt x="0" y="0"/>
                  </a:moveTo>
                  <a:lnTo>
                    <a:pt x="37" y="822"/>
                  </a:lnTo>
                  <a:lnTo>
                    <a:pt x="55" y="1187"/>
                  </a:lnTo>
                  <a:lnTo>
                    <a:pt x="201" y="1187"/>
                  </a:lnTo>
                  <a:lnTo>
                    <a:pt x="183" y="822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6915454" y="2632950"/>
              <a:ext cx="14481" cy="85517"/>
            </a:xfrm>
            <a:custGeom>
              <a:rect b="b" l="l" r="r" t="t"/>
              <a:pathLst>
                <a:path extrusionOk="0" h="1187" w="201">
                  <a:moveTo>
                    <a:pt x="55" y="0"/>
                  </a:moveTo>
                  <a:lnTo>
                    <a:pt x="18" y="822"/>
                  </a:lnTo>
                  <a:lnTo>
                    <a:pt x="0" y="1187"/>
                  </a:lnTo>
                  <a:lnTo>
                    <a:pt x="146" y="1187"/>
                  </a:lnTo>
                  <a:lnTo>
                    <a:pt x="164" y="82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5"/>
            <p:cNvSpPr/>
            <p:nvPr/>
          </p:nvSpPr>
          <p:spPr>
            <a:xfrm>
              <a:off x="7061414" y="3114280"/>
              <a:ext cx="21108" cy="1331031"/>
            </a:xfrm>
            <a:custGeom>
              <a:rect b="b" l="l" r="r" t="t"/>
              <a:pathLst>
                <a:path extrusionOk="0" h="18475" w="293">
                  <a:moveTo>
                    <a:pt x="219" y="0"/>
                  </a:moveTo>
                  <a:cubicBezTo>
                    <a:pt x="183" y="0"/>
                    <a:pt x="165" y="37"/>
                    <a:pt x="165" y="92"/>
                  </a:cubicBezTo>
                  <a:lnTo>
                    <a:pt x="0" y="18402"/>
                  </a:lnTo>
                  <a:cubicBezTo>
                    <a:pt x="0" y="18438"/>
                    <a:pt x="37" y="18475"/>
                    <a:pt x="73" y="18475"/>
                  </a:cubicBezTo>
                  <a:cubicBezTo>
                    <a:pt x="110" y="18475"/>
                    <a:pt x="146" y="18438"/>
                    <a:pt x="146" y="18402"/>
                  </a:cubicBezTo>
                  <a:lnTo>
                    <a:pt x="292" y="92"/>
                  </a:lnTo>
                  <a:cubicBezTo>
                    <a:pt x="292" y="55"/>
                    <a:pt x="274" y="19"/>
                    <a:pt x="219" y="0"/>
                  </a:cubicBezTo>
                  <a:close/>
                </a:path>
              </a:pathLst>
            </a:custGeom>
            <a:solidFill>
              <a:srgbClr val="2F3F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5"/>
            <p:cNvSpPr/>
            <p:nvPr/>
          </p:nvSpPr>
          <p:spPr>
            <a:xfrm>
              <a:off x="7361260" y="2037501"/>
              <a:ext cx="278877" cy="441780"/>
            </a:xfrm>
            <a:custGeom>
              <a:rect b="b" l="l" r="r" t="t"/>
              <a:pathLst>
                <a:path extrusionOk="0" h="6132" w="3871">
                  <a:moveTo>
                    <a:pt x="1297" y="0"/>
                  </a:moveTo>
                  <a:cubicBezTo>
                    <a:pt x="859" y="0"/>
                    <a:pt x="374" y="213"/>
                    <a:pt x="1" y="945"/>
                  </a:cubicBezTo>
                  <a:cubicBezTo>
                    <a:pt x="1" y="945"/>
                    <a:pt x="786" y="4139"/>
                    <a:pt x="1625" y="5600"/>
                  </a:cubicBezTo>
                  <a:cubicBezTo>
                    <a:pt x="1625" y="5600"/>
                    <a:pt x="2334" y="6131"/>
                    <a:pt x="3113" y="6131"/>
                  </a:cubicBezTo>
                  <a:cubicBezTo>
                    <a:pt x="3366" y="6131"/>
                    <a:pt x="3625" y="6076"/>
                    <a:pt x="3871" y="5928"/>
                  </a:cubicBezTo>
                  <a:cubicBezTo>
                    <a:pt x="3871" y="5928"/>
                    <a:pt x="3652" y="2734"/>
                    <a:pt x="2428" y="415"/>
                  </a:cubicBezTo>
                  <a:cubicBezTo>
                    <a:pt x="2428" y="415"/>
                    <a:pt x="1908" y="0"/>
                    <a:pt x="1297" y="0"/>
                  </a:cubicBezTo>
                  <a:close/>
                </a:path>
              </a:pathLst>
            </a:custGeom>
            <a:solidFill>
              <a:srgbClr val="FCA2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6569500" y="1834047"/>
              <a:ext cx="446519" cy="578017"/>
            </a:xfrm>
            <a:custGeom>
              <a:rect b="b" l="l" r="r" t="t"/>
              <a:pathLst>
                <a:path extrusionOk="0" h="8023" w="6198">
                  <a:moveTo>
                    <a:pt x="4953" y="0"/>
                  </a:moveTo>
                  <a:cubicBezTo>
                    <a:pt x="4441" y="0"/>
                    <a:pt x="3920" y="198"/>
                    <a:pt x="3871" y="264"/>
                  </a:cubicBezTo>
                  <a:cubicBezTo>
                    <a:pt x="3159" y="702"/>
                    <a:pt x="2192" y="2527"/>
                    <a:pt x="749" y="5558"/>
                  </a:cubicBezTo>
                  <a:cubicBezTo>
                    <a:pt x="421" y="6233"/>
                    <a:pt x="165" y="6927"/>
                    <a:pt x="1" y="7657"/>
                  </a:cubicBezTo>
                  <a:cubicBezTo>
                    <a:pt x="354" y="7901"/>
                    <a:pt x="764" y="8022"/>
                    <a:pt x="1181" y="8022"/>
                  </a:cubicBezTo>
                  <a:cubicBezTo>
                    <a:pt x="1390" y="8022"/>
                    <a:pt x="1601" y="7992"/>
                    <a:pt x="1808" y="7931"/>
                  </a:cubicBezTo>
                  <a:cubicBezTo>
                    <a:pt x="2958" y="7109"/>
                    <a:pt x="5788" y="2254"/>
                    <a:pt x="5916" y="1505"/>
                  </a:cubicBezTo>
                  <a:cubicBezTo>
                    <a:pt x="6197" y="298"/>
                    <a:pt x="5581" y="0"/>
                    <a:pt x="4953" y="0"/>
                  </a:cubicBezTo>
                  <a:close/>
                </a:path>
              </a:pathLst>
            </a:custGeom>
            <a:solidFill>
              <a:srgbClr val="FCA2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6616905" y="1817333"/>
              <a:ext cx="438018" cy="517139"/>
            </a:xfrm>
            <a:custGeom>
              <a:rect b="b" l="l" r="r" t="t"/>
              <a:pathLst>
                <a:path extrusionOk="0" h="7178" w="6080">
                  <a:moveTo>
                    <a:pt x="4170" y="1"/>
                  </a:moveTo>
                  <a:cubicBezTo>
                    <a:pt x="3543" y="1"/>
                    <a:pt x="2940" y="317"/>
                    <a:pt x="2592" y="879"/>
                  </a:cubicBezTo>
                  <a:cubicBezTo>
                    <a:pt x="1625" y="2267"/>
                    <a:pt x="749" y="3709"/>
                    <a:pt x="0" y="5224"/>
                  </a:cubicBezTo>
                  <a:cubicBezTo>
                    <a:pt x="676" y="5918"/>
                    <a:pt x="2428" y="7177"/>
                    <a:pt x="3761" y="7177"/>
                  </a:cubicBezTo>
                  <a:lnTo>
                    <a:pt x="5897" y="1591"/>
                  </a:lnTo>
                  <a:cubicBezTo>
                    <a:pt x="6079" y="423"/>
                    <a:pt x="4856" y="131"/>
                    <a:pt x="4856" y="131"/>
                  </a:cubicBezTo>
                  <a:cubicBezTo>
                    <a:pt x="4632" y="43"/>
                    <a:pt x="4399" y="1"/>
                    <a:pt x="41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6758903" y="1774106"/>
              <a:ext cx="714229" cy="1241840"/>
            </a:xfrm>
            <a:custGeom>
              <a:rect b="b" l="l" r="r" t="t"/>
              <a:pathLst>
                <a:path extrusionOk="0" h="17237" w="9914">
                  <a:moveTo>
                    <a:pt x="3670" y="1"/>
                  </a:moveTo>
                  <a:lnTo>
                    <a:pt x="1753" y="694"/>
                  </a:lnTo>
                  <a:cubicBezTo>
                    <a:pt x="1133" y="1096"/>
                    <a:pt x="749" y="1771"/>
                    <a:pt x="749" y="2520"/>
                  </a:cubicBezTo>
                  <a:lnTo>
                    <a:pt x="749" y="7759"/>
                  </a:lnTo>
                  <a:lnTo>
                    <a:pt x="749" y="7777"/>
                  </a:lnTo>
                  <a:cubicBezTo>
                    <a:pt x="658" y="9128"/>
                    <a:pt x="475" y="10169"/>
                    <a:pt x="402" y="11501"/>
                  </a:cubicBezTo>
                  <a:cubicBezTo>
                    <a:pt x="348" y="12304"/>
                    <a:pt x="129" y="13747"/>
                    <a:pt x="1" y="15974"/>
                  </a:cubicBezTo>
                  <a:cubicBezTo>
                    <a:pt x="1" y="15974"/>
                    <a:pt x="1336" y="17237"/>
                    <a:pt x="5107" y="17237"/>
                  </a:cubicBezTo>
                  <a:cubicBezTo>
                    <a:pt x="6364" y="17237"/>
                    <a:pt x="7891" y="17096"/>
                    <a:pt x="9731" y="16722"/>
                  </a:cubicBezTo>
                  <a:cubicBezTo>
                    <a:pt x="9676" y="16394"/>
                    <a:pt x="9402" y="14532"/>
                    <a:pt x="9384" y="14203"/>
                  </a:cubicBezTo>
                  <a:lnTo>
                    <a:pt x="9220" y="11410"/>
                  </a:lnTo>
                  <a:cubicBezTo>
                    <a:pt x="9147" y="10187"/>
                    <a:pt x="9256" y="8781"/>
                    <a:pt x="9000" y="7576"/>
                  </a:cubicBezTo>
                  <a:lnTo>
                    <a:pt x="9694" y="2574"/>
                  </a:lnTo>
                  <a:cubicBezTo>
                    <a:pt x="9913" y="1570"/>
                    <a:pt x="9037" y="986"/>
                    <a:pt x="9037" y="986"/>
                  </a:cubicBezTo>
                  <a:lnTo>
                    <a:pt x="6627" y="1"/>
                  </a:lnTo>
                  <a:lnTo>
                    <a:pt x="4583" y="1570"/>
                  </a:lnTo>
                  <a:lnTo>
                    <a:pt x="36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6569500" y="2325680"/>
              <a:ext cx="293357" cy="448048"/>
            </a:xfrm>
            <a:custGeom>
              <a:rect b="b" l="l" r="r" t="t"/>
              <a:pathLst>
                <a:path extrusionOk="0" h="6219" w="4072">
                  <a:moveTo>
                    <a:pt x="1130" y="0"/>
                  </a:moveTo>
                  <a:cubicBezTo>
                    <a:pt x="708" y="0"/>
                    <a:pt x="270" y="190"/>
                    <a:pt x="1" y="833"/>
                  </a:cubicBezTo>
                  <a:cubicBezTo>
                    <a:pt x="384" y="3097"/>
                    <a:pt x="1644" y="4338"/>
                    <a:pt x="3561" y="6218"/>
                  </a:cubicBezTo>
                  <a:lnTo>
                    <a:pt x="4072" y="5598"/>
                  </a:lnTo>
                  <a:cubicBezTo>
                    <a:pt x="3433" y="4813"/>
                    <a:pt x="2192" y="1253"/>
                    <a:pt x="2319" y="395"/>
                  </a:cubicBezTo>
                  <a:cubicBezTo>
                    <a:pt x="2319" y="395"/>
                    <a:pt x="1740" y="0"/>
                    <a:pt x="1130" y="0"/>
                  </a:cubicBezTo>
                  <a:close/>
                </a:path>
              </a:pathLst>
            </a:custGeom>
            <a:solidFill>
              <a:srgbClr val="FCA2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7300743" y="2386990"/>
              <a:ext cx="339392" cy="390700"/>
            </a:xfrm>
            <a:custGeom>
              <a:rect b="b" l="l" r="r" t="t"/>
              <a:pathLst>
                <a:path extrusionOk="0" h="5423" w="4711">
                  <a:moveTo>
                    <a:pt x="3688" y="1"/>
                  </a:moveTo>
                  <a:cubicBezTo>
                    <a:pt x="3104" y="1"/>
                    <a:pt x="2494" y="392"/>
                    <a:pt x="2483" y="402"/>
                  </a:cubicBezTo>
                  <a:cubicBezTo>
                    <a:pt x="2410" y="2282"/>
                    <a:pt x="457" y="4400"/>
                    <a:pt x="1" y="4838"/>
                  </a:cubicBezTo>
                  <a:lnTo>
                    <a:pt x="348" y="5422"/>
                  </a:lnTo>
                  <a:cubicBezTo>
                    <a:pt x="2794" y="3852"/>
                    <a:pt x="3798" y="2958"/>
                    <a:pt x="4711" y="1077"/>
                  </a:cubicBezTo>
                  <a:cubicBezTo>
                    <a:pt x="4583" y="238"/>
                    <a:pt x="4143" y="1"/>
                    <a:pt x="3688" y="1"/>
                  </a:cubicBezTo>
                  <a:close/>
                </a:path>
              </a:pathLst>
            </a:custGeom>
            <a:solidFill>
              <a:srgbClr val="FCA2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7152693" y="2731579"/>
              <a:ext cx="187599" cy="157202"/>
            </a:xfrm>
            <a:custGeom>
              <a:rect b="b" l="l" r="r" t="t"/>
              <a:pathLst>
                <a:path extrusionOk="0" h="2182" w="2604">
                  <a:moveTo>
                    <a:pt x="1490" y="0"/>
                  </a:moveTo>
                  <a:lnTo>
                    <a:pt x="650" y="18"/>
                  </a:lnTo>
                  <a:cubicBezTo>
                    <a:pt x="614" y="329"/>
                    <a:pt x="1198" y="365"/>
                    <a:pt x="1198" y="365"/>
                  </a:cubicBezTo>
                  <a:cubicBezTo>
                    <a:pt x="942" y="712"/>
                    <a:pt x="687" y="1022"/>
                    <a:pt x="413" y="1333"/>
                  </a:cubicBezTo>
                  <a:cubicBezTo>
                    <a:pt x="285" y="1461"/>
                    <a:pt x="176" y="1607"/>
                    <a:pt x="66" y="1753"/>
                  </a:cubicBezTo>
                  <a:cubicBezTo>
                    <a:pt x="66" y="1753"/>
                    <a:pt x="0" y="1900"/>
                    <a:pt x="149" y="1900"/>
                  </a:cubicBezTo>
                  <a:cubicBezTo>
                    <a:pt x="157" y="1900"/>
                    <a:pt x="166" y="1900"/>
                    <a:pt x="176" y="1899"/>
                  </a:cubicBezTo>
                  <a:lnTo>
                    <a:pt x="176" y="1899"/>
                  </a:lnTo>
                  <a:cubicBezTo>
                    <a:pt x="48" y="2100"/>
                    <a:pt x="285" y="2118"/>
                    <a:pt x="285" y="2118"/>
                  </a:cubicBezTo>
                  <a:cubicBezTo>
                    <a:pt x="340" y="2089"/>
                    <a:pt x="395" y="2059"/>
                    <a:pt x="449" y="2028"/>
                  </a:cubicBezTo>
                  <a:lnTo>
                    <a:pt x="449" y="2028"/>
                  </a:lnTo>
                  <a:cubicBezTo>
                    <a:pt x="413" y="2173"/>
                    <a:pt x="486" y="2173"/>
                    <a:pt x="486" y="2173"/>
                  </a:cubicBezTo>
                  <a:cubicBezTo>
                    <a:pt x="513" y="2179"/>
                    <a:pt x="541" y="2182"/>
                    <a:pt x="570" y="2182"/>
                  </a:cubicBezTo>
                  <a:cubicBezTo>
                    <a:pt x="676" y="2182"/>
                    <a:pt x="793" y="2142"/>
                    <a:pt x="907" y="2085"/>
                  </a:cubicBezTo>
                  <a:lnTo>
                    <a:pt x="907" y="2085"/>
                  </a:lnTo>
                  <a:cubicBezTo>
                    <a:pt x="856" y="2153"/>
                    <a:pt x="866" y="2179"/>
                    <a:pt x="910" y="2179"/>
                  </a:cubicBezTo>
                  <a:cubicBezTo>
                    <a:pt x="1036" y="2179"/>
                    <a:pt x="1435" y="1972"/>
                    <a:pt x="1435" y="1972"/>
                  </a:cubicBezTo>
                  <a:cubicBezTo>
                    <a:pt x="1745" y="1734"/>
                    <a:pt x="2001" y="1479"/>
                    <a:pt x="2238" y="1169"/>
                  </a:cubicBezTo>
                  <a:lnTo>
                    <a:pt x="2603" y="402"/>
                  </a:lnTo>
                  <a:lnTo>
                    <a:pt x="2311" y="37"/>
                  </a:lnTo>
                  <a:lnTo>
                    <a:pt x="1490" y="0"/>
                  </a:lnTo>
                  <a:close/>
                </a:path>
              </a:pathLst>
            </a:custGeom>
            <a:solidFill>
              <a:srgbClr val="FCA2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5"/>
            <p:cNvSpPr/>
            <p:nvPr/>
          </p:nvSpPr>
          <p:spPr>
            <a:xfrm>
              <a:off x="7265226" y="1841180"/>
              <a:ext cx="365688" cy="477514"/>
            </a:xfrm>
            <a:custGeom>
              <a:rect b="b" l="l" r="r" t="t"/>
              <a:pathLst>
                <a:path extrusionOk="0" h="6628" w="5076">
                  <a:moveTo>
                    <a:pt x="1881" y="1"/>
                  </a:moveTo>
                  <a:cubicBezTo>
                    <a:pt x="1881" y="1"/>
                    <a:pt x="1" y="932"/>
                    <a:pt x="877" y="3469"/>
                  </a:cubicBezTo>
                  <a:cubicBezTo>
                    <a:pt x="877" y="3469"/>
                    <a:pt x="1480" y="5057"/>
                    <a:pt x="1972" y="6627"/>
                  </a:cubicBezTo>
                  <a:cubicBezTo>
                    <a:pt x="3104" y="6481"/>
                    <a:pt x="4181" y="6006"/>
                    <a:pt x="5076" y="5276"/>
                  </a:cubicBezTo>
                  <a:cubicBezTo>
                    <a:pt x="4273" y="2958"/>
                    <a:pt x="3634" y="329"/>
                    <a:pt x="18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5"/>
            <p:cNvSpPr/>
            <p:nvPr/>
          </p:nvSpPr>
          <p:spPr>
            <a:xfrm>
              <a:off x="6818123" y="2728914"/>
              <a:ext cx="187599" cy="157562"/>
            </a:xfrm>
            <a:custGeom>
              <a:rect b="b" l="l" r="r" t="t"/>
              <a:pathLst>
                <a:path extrusionOk="0" h="2187" w="2604">
                  <a:moveTo>
                    <a:pt x="1114" y="1"/>
                  </a:moveTo>
                  <a:lnTo>
                    <a:pt x="292" y="55"/>
                  </a:lnTo>
                  <a:lnTo>
                    <a:pt x="0" y="402"/>
                  </a:lnTo>
                  <a:lnTo>
                    <a:pt x="365" y="1169"/>
                  </a:lnTo>
                  <a:cubicBezTo>
                    <a:pt x="603" y="1461"/>
                    <a:pt x="858" y="1735"/>
                    <a:pt x="1169" y="1954"/>
                  </a:cubicBezTo>
                  <a:cubicBezTo>
                    <a:pt x="1169" y="1954"/>
                    <a:pt x="1578" y="2174"/>
                    <a:pt x="1698" y="2174"/>
                  </a:cubicBezTo>
                  <a:cubicBezTo>
                    <a:pt x="1733" y="2174"/>
                    <a:pt x="1744" y="2155"/>
                    <a:pt x="1711" y="2105"/>
                  </a:cubicBezTo>
                  <a:lnTo>
                    <a:pt x="1711" y="2105"/>
                  </a:lnTo>
                  <a:cubicBezTo>
                    <a:pt x="1815" y="2154"/>
                    <a:pt x="1921" y="2186"/>
                    <a:pt x="2017" y="2186"/>
                  </a:cubicBezTo>
                  <a:cubicBezTo>
                    <a:pt x="2052" y="2186"/>
                    <a:pt x="2086" y="2182"/>
                    <a:pt x="2118" y="2173"/>
                  </a:cubicBezTo>
                  <a:cubicBezTo>
                    <a:pt x="2118" y="2173"/>
                    <a:pt x="2190" y="2173"/>
                    <a:pt x="2155" y="2047"/>
                  </a:cubicBezTo>
                  <a:lnTo>
                    <a:pt x="2155" y="2047"/>
                  </a:lnTo>
                  <a:cubicBezTo>
                    <a:pt x="2209" y="2078"/>
                    <a:pt x="2263" y="2108"/>
                    <a:pt x="2319" y="2137"/>
                  </a:cubicBezTo>
                  <a:cubicBezTo>
                    <a:pt x="2319" y="2137"/>
                    <a:pt x="2556" y="2118"/>
                    <a:pt x="2428" y="1917"/>
                  </a:cubicBezTo>
                  <a:lnTo>
                    <a:pt x="2428" y="1917"/>
                  </a:lnTo>
                  <a:cubicBezTo>
                    <a:pt x="2438" y="1918"/>
                    <a:pt x="2447" y="1919"/>
                    <a:pt x="2455" y="1919"/>
                  </a:cubicBezTo>
                  <a:cubicBezTo>
                    <a:pt x="2603" y="1919"/>
                    <a:pt x="2538" y="1771"/>
                    <a:pt x="2538" y="1771"/>
                  </a:cubicBezTo>
                  <a:cubicBezTo>
                    <a:pt x="2428" y="1625"/>
                    <a:pt x="2319" y="1479"/>
                    <a:pt x="2191" y="1352"/>
                  </a:cubicBezTo>
                  <a:cubicBezTo>
                    <a:pt x="1917" y="1041"/>
                    <a:pt x="1661" y="713"/>
                    <a:pt x="1406" y="384"/>
                  </a:cubicBezTo>
                  <a:cubicBezTo>
                    <a:pt x="1406" y="384"/>
                    <a:pt x="1990" y="348"/>
                    <a:pt x="1953" y="37"/>
                  </a:cubicBezTo>
                  <a:lnTo>
                    <a:pt x="1114" y="1"/>
                  </a:lnTo>
                  <a:close/>
                </a:path>
              </a:pathLst>
            </a:custGeom>
            <a:solidFill>
              <a:srgbClr val="FCA2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5"/>
            <p:cNvSpPr/>
            <p:nvPr/>
          </p:nvSpPr>
          <p:spPr>
            <a:xfrm>
              <a:off x="7139005" y="2703914"/>
              <a:ext cx="218361" cy="261739"/>
            </a:xfrm>
            <a:custGeom>
              <a:rect b="b" l="l" r="r" t="t"/>
              <a:pathLst>
                <a:path extrusionOk="0" h="3633" w="3031">
                  <a:moveTo>
                    <a:pt x="676" y="1"/>
                  </a:moveTo>
                  <a:cubicBezTo>
                    <a:pt x="603" y="384"/>
                    <a:pt x="439" y="768"/>
                    <a:pt x="329" y="1133"/>
                  </a:cubicBezTo>
                  <a:cubicBezTo>
                    <a:pt x="219" y="1498"/>
                    <a:pt x="128" y="1808"/>
                    <a:pt x="19" y="2137"/>
                  </a:cubicBezTo>
                  <a:cubicBezTo>
                    <a:pt x="0" y="2210"/>
                    <a:pt x="0" y="2264"/>
                    <a:pt x="0" y="2337"/>
                  </a:cubicBezTo>
                  <a:cubicBezTo>
                    <a:pt x="19" y="2447"/>
                    <a:pt x="128" y="2538"/>
                    <a:pt x="238" y="2666"/>
                  </a:cubicBezTo>
                  <a:cubicBezTo>
                    <a:pt x="347" y="2794"/>
                    <a:pt x="439" y="2903"/>
                    <a:pt x="548" y="3013"/>
                  </a:cubicBezTo>
                  <a:cubicBezTo>
                    <a:pt x="712" y="3232"/>
                    <a:pt x="913" y="3433"/>
                    <a:pt x="1132" y="3615"/>
                  </a:cubicBezTo>
                  <a:cubicBezTo>
                    <a:pt x="1154" y="3628"/>
                    <a:pt x="1181" y="3633"/>
                    <a:pt x="1212" y="3633"/>
                  </a:cubicBezTo>
                  <a:cubicBezTo>
                    <a:pt x="1413" y="3633"/>
                    <a:pt x="1772" y="3407"/>
                    <a:pt x="1899" y="3360"/>
                  </a:cubicBezTo>
                  <a:cubicBezTo>
                    <a:pt x="2100" y="3269"/>
                    <a:pt x="2301" y="3159"/>
                    <a:pt x="2483" y="3049"/>
                  </a:cubicBezTo>
                  <a:cubicBezTo>
                    <a:pt x="2629" y="2940"/>
                    <a:pt x="2629" y="2630"/>
                    <a:pt x="2647" y="2465"/>
                  </a:cubicBezTo>
                  <a:cubicBezTo>
                    <a:pt x="2702" y="2264"/>
                    <a:pt x="2757" y="2064"/>
                    <a:pt x="2793" y="1863"/>
                  </a:cubicBezTo>
                  <a:cubicBezTo>
                    <a:pt x="2885" y="1461"/>
                    <a:pt x="2958" y="1078"/>
                    <a:pt x="3031" y="676"/>
                  </a:cubicBezTo>
                  <a:cubicBezTo>
                    <a:pt x="2209" y="640"/>
                    <a:pt x="1315" y="457"/>
                    <a:pt x="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5"/>
            <p:cNvSpPr/>
            <p:nvPr/>
          </p:nvSpPr>
          <p:spPr>
            <a:xfrm>
              <a:off x="6816754" y="2692099"/>
              <a:ext cx="240766" cy="251293"/>
            </a:xfrm>
            <a:custGeom>
              <a:rect b="b" l="l" r="r" t="t"/>
              <a:pathLst>
                <a:path extrusionOk="0" h="3488" w="3342">
                  <a:moveTo>
                    <a:pt x="2265" y="1"/>
                  </a:moveTo>
                  <a:cubicBezTo>
                    <a:pt x="1589" y="475"/>
                    <a:pt x="786" y="877"/>
                    <a:pt x="1" y="913"/>
                  </a:cubicBezTo>
                  <a:cubicBezTo>
                    <a:pt x="165" y="1260"/>
                    <a:pt x="257" y="1662"/>
                    <a:pt x="403" y="2027"/>
                  </a:cubicBezTo>
                  <a:cubicBezTo>
                    <a:pt x="549" y="2374"/>
                    <a:pt x="676" y="2684"/>
                    <a:pt x="786" y="3013"/>
                  </a:cubicBezTo>
                  <a:cubicBezTo>
                    <a:pt x="822" y="3067"/>
                    <a:pt x="841" y="3122"/>
                    <a:pt x="895" y="3177"/>
                  </a:cubicBezTo>
                  <a:cubicBezTo>
                    <a:pt x="1005" y="3250"/>
                    <a:pt x="1151" y="3286"/>
                    <a:pt x="1279" y="3305"/>
                  </a:cubicBezTo>
                  <a:cubicBezTo>
                    <a:pt x="1425" y="3323"/>
                    <a:pt x="1589" y="3341"/>
                    <a:pt x="1735" y="3378"/>
                  </a:cubicBezTo>
                  <a:cubicBezTo>
                    <a:pt x="2009" y="3433"/>
                    <a:pt x="2283" y="3487"/>
                    <a:pt x="2575" y="3487"/>
                  </a:cubicBezTo>
                  <a:cubicBezTo>
                    <a:pt x="2757" y="3469"/>
                    <a:pt x="2958" y="2958"/>
                    <a:pt x="3031" y="2812"/>
                  </a:cubicBezTo>
                  <a:cubicBezTo>
                    <a:pt x="3141" y="2611"/>
                    <a:pt x="3232" y="2410"/>
                    <a:pt x="3305" y="2209"/>
                  </a:cubicBezTo>
                  <a:cubicBezTo>
                    <a:pt x="3342" y="2045"/>
                    <a:pt x="3141" y="1790"/>
                    <a:pt x="3068" y="1644"/>
                  </a:cubicBezTo>
                  <a:lnTo>
                    <a:pt x="2794" y="1078"/>
                  </a:lnTo>
                  <a:cubicBezTo>
                    <a:pt x="2611" y="712"/>
                    <a:pt x="2429" y="366"/>
                    <a:pt x="2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5"/>
            <p:cNvSpPr/>
            <p:nvPr/>
          </p:nvSpPr>
          <p:spPr>
            <a:xfrm>
              <a:off x="6598462" y="4457048"/>
              <a:ext cx="473535" cy="147404"/>
            </a:xfrm>
            <a:custGeom>
              <a:rect b="b" l="l" r="r" t="t"/>
              <a:pathLst>
                <a:path extrusionOk="0" h="2046" w="6573">
                  <a:moveTo>
                    <a:pt x="2429" y="1"/>
                  </a:moveTo>
                  <a:lnTo>
                    <a:pt x="311" y="1388"/>
                  </a:lnTo>
                  <a:cubicBezTo>
                    <a:pt x="1" y="1571"/>
                    <a:pt x="128" y="2045"/>
                    <a:pt x="493" y="2045"/>
                  </a:cubicBezTo>
                  <a:lnTo>
                    <a:pt x="6207" y="2045"/>
                  </a:lnTo>
                  <a:cubicBezTo>
                    <a:pt x="6408" y="2045"/>
                    <a:pt x="6572" y="1881"/>
                    <a:pt x="6572" y="1680"/>
                  </a:cubicBezTo>
                  <a:lnTo>
                    <a:pt x="65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5"/>
            <p:cNvSpPr/>
            <p:nvPr/>
          </p:nvSpPr>
          <p:spPr>
            <a:xfrm>
              <a:off x="6969342" y="4457048"/>
              <a:ext cx="474832" cy="147404"/>
            </a:xfrm>
            <a:custGeom>
              <a:rect b="b" l="l" r="r" t="t"/>
              <a:pathLst>
                <a:path extrusionOk="0" h="2046" w="6591">
                  <a:moveTo>
                    <a:pt x="2447" y="1"/>
                  </a:moveTo>
                  <a:lnTo>
                    <a:pt x="311" y="1388"/>
                  </a:lnTo>
                  <a:cubicBezTo>
                    <a:pt x="1" y="1571"/>
                    <a:pt x="147" y="2045"/>
                    <a:pt x="512" y="2045"/>
                  </a:cubicBezTo>
                  <a:lnTo>
                    <a:pt x="6226" y="2045"/>
                  </a:lnTo>
                  <a:cubicBezTo>
                    <a:pt x="6426" y="2045"/>
                    <a:pt x="6591" y="1881"/>
                    <a:pt x="6591" y="1680"/>
                  </a:cubicBezTo>
                  <a:lnTo>
                    <a:pt x="6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5"/>
            <p:cNvSpPr/>
            <p:nvPr/>
          </p:nvSpPr>
          <p:spPr>
            <a:xfrm>
              <a:off x="7001042" y="1691111"/>
              <a:ext cx="82921" cy="29322"/>
            </a:xfrm>
            <a:custGeom>
              <a:rect b="b" l="l" r="r" t="t"/>
              <a:pathLst>
                <a:path extrusionOk="0" h="407" w="1151">
                  <a:moveTo>
                    <a:pt x="95" y="1"/>
                  </a:moveTo>
                  <a:cubicBezTo>
                    <a:pt x="60" y="1"/>
                    <a:pt x="30" y="7"/>
                    <a:pt x="19" y="40"/>
                  </a:cubicBezTo>
                  <a:cubicBezTo>
                    <a:pt x="0" y="95"/>
                    <a:pt x="37" y="150"/>
                    <a:pt x="73" y="186"/>
                  </a:cubicBezTo>
                  <a:cubicBezTo>
                    <a:pt x="171" y="333"/>
                    <a:pt x="341" y="407"/>
                    <a:pt x="523" y="407"/>
                  </a:cubicBezTo>
                  <a:cubicBezTo>
                    <a:pt x="751" y="407"/>
                    <a:pt x="998" y="292"/>
                    <a:pt x="1150" y="59"/>
                  </a:cubicBezTo>
                  <a:cubicBezTo>
                    <a:pt x="822" y="22"/>
                    <a:pt x="493" y="4"/>
                    <a:pt x="165" y="4"/>
                  </a:cubicBezTo>
                  <a:cubicBezTo>
                    <a:pt x="143" y="4"/>
                    <a:pt x="118" y="1"/>
                    <a:pt x="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5"/>
            <p:cNvSpPr/>
            <p:nvPr/>
          </p:nvSpPr>
          <p:spPr>
            <a:xfrm>
              <a:off x="7029391" y="1616112"/>
              <a:ext cx="31266" cy="42939"/>
            </a:xfrm>
            <a:custGeom>
              <a:rect b="b" l="l" r="r" t="t"/>
              <a:pathLst>
                <a:path extrusionOk="0" h="596" w="434">
                  <a:moveTo>
                    <a:pt x="104" y="0"/>
                  </a:moveTo>
                  <a:cubicBezTo>
                    <a:pt x="50" y="91"/>
                    <a:pt x="31" y="201"/>
                    <a:pt x="31" y="310"/>
                  </a:cubicBezTo>
                  <a:cubicBezTo>
                    <a:pt x="0" y="467"/>
                    <a:pt x="116" y="596"/>
                    <a:pt x="253" y="596"/>
                  </a:cubicBezTo>
                  <a:cubicBezTo>
                    <a:pt x="276" y="596"/>
                    <a:pt x="300" y="592"/>
                    <a:pt x="324" y="584"/>
                  </a:cubicBezTo>
                  <a:cubicBezTo>
                    <a:pt x="378" y="584"/>
                    <a:pt x="433" y="584"/>
                    <a:pt x="433" y="529"/>
                  </a:cubicBezTo>
                  <a:cubicBezTo>
                    <a:pt x="433" y="475"/>
                    <a:pt x="378" y="456"/>
                    <a:pt x="342" y="456"/>
                  </a:cubicBezTo>
                  <a:cubicBezTo>
                    <a:pt x="327" y="458"/>
                    <a:pt x="313" y="458"/>
                    <a:pt x="300" y="458"/>
                  </a:cubicBezTo>
                  <a:cubicBezTo>
                    <a:pt x="139" y="458"/>
                    <a:pt x="125" y="354"/>
                    <a:pt x="159" y="219"/>
                  </a:cubicBezTo>
                  <a:cubicBezTo>
                    <a:pt x="196" y="128"/>
                    <a:pt x="159" y="55"/>
                    <a:pt x="104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25"/>
          <p:cNvSpPr/>
          <p:nvPr/>
        </p:nvSpPr>
        <p:spPr>
          <a:xfrm>
            <a:off x="714298" y="997014"/>
            <a:ext cx="3654600" cy="495525"/>
          </a:xfrm>
          <a:prstGeom prst="flowChartOffpageConnector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LIMITS</a:t>
            </a:r>
            <a:endParaRPr sz="18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385" name="Google Shape;385;p25"/>
          <p:cNvGrpSpPr/>
          <p:nvPr/>
        </p:nvGrpSpPr>
        <p:grpSpPr>
          <a:xfrm>
            <a:off x="722350" y="1720504"/>
            <a:ext cx="2715100" cy="948318"/>
            <a:chOff x="723150" y="2072950"/>
            <a:chExt cx="2715100" cy="709500"/>
          </a:xfrm>
        </p:grpSpPr>
        <p:sp>
          <p:nvSpPr>
            <p:cNvPr id="386" name="Google Shape;386;p25"/>
            <p:cNvSpPr txBox="1"/>
            <p:nvPr/>
          </p:nvSpPr>
          <p:spPr>
            <a:xfrm>
              <a:off x="1208950" y="2072950"/>
              <a:ext cx="2229300" cy="7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Reduced sample size due to missing values on lead levels in cord blood</a:t>
              </a:r>
              <a:endPara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7" name="Google Shape;387;p25"/>
            <p:cNvSpPr/>
            <p:nvPr/>
          </p:nvSpPr>
          <p:spPr>
            <a:xfrm>
              <a:off x="723150" y="2173464"/>
              <a:ext cx="457200" cy="370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sp>
        <p:nvSpPr>
          <p:cNvPr id="388" name="Google Shape;388;p25"/>
          <p:cNvSpPr/>
          <p:nvPr/>
        </p:nvSpPr>
        <p:spPr>
          <a:xfrm>
            <a:off x="4765075" y="1018250"/>
            <a:ext cx="3654600" cy="507950"/>
          </a:xfrm>
          <a:prstGeom prst="flowChartOffpageConnec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FURTHER DEVELOPMENTS</a:t>
            </a:r>
            <a:endParaRPr sz="18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389" name="Google Shape;389;p25"/>
          <p:cNvGrpSpPr/>
          <p:nvPr/>
        </p:nvGrpSpPr>
        <p:grpSpPr>
          <a:xfrm>
            <a:off x="5807700" y="1845426"/>
            <a:ext cx="2667599" cy="1520765"/>
            <a:chOff x="5817216" y="1985332"/>
            <a:chExt cx="2667599" cy="1169100"/>
          </a:xfrm>
        </p:grpSpPr>
        <p:sp>
          <p:nvSpPr>
            <p:cNvPr id="390" name="Google Shape;390;p25"/>
            <p:cNvSpPr txBox="1"/>
            <p:nvPr/>
          </p:nvSpPr>
          <p:spPr>
            <a:xfrm>
              <a:off x="5817216" y="1985332"/>
              <a:ext cx="2488500" cy="11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Add other adjustment covariates:</a:t>
              </a:r>
              <a:endPara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Montserrat"/>
                <a:buChar char="●"/>
              </a:pPr>
              <a:r>
                <a:rPr i="1" lang="en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Calcium and caffeine intake</a:t>
              </a:r>
              <a:endParaRPr i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Montserrat"/>
                <a:buChar char="●"/>
              </a:pPr>
              <a:r>
                <a:rPr i="1" lang="en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Last Menstrual Period</a:t>
              </a:r>
              <a:endParaRPr i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Montserrat"/>
                <a:buChar char="●"/>
              </a:pPr>
              <a:r>
                <a:rPr i="1" lang="en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Number of months of breastfeeding</a:t>
              </a:r>
              <a:endParaRPr i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1" name="Google Shape;391;p25"/>
            <p:cNvSpPr/>
            <p:nvPr/>
          </p:nvSpPr>
          <p:spPr>
            <a:xfrm>
              <a:off x="8027615" y="1989954"/>
              <a:ext cx="457200" cy="348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grpSp>
        <p:nvGrpSpPr>
          <p:cNvPr id="392" name="Google Shape;392;p25"/>
          <p:cNvGrpSpPr/>
          <p:nvPr/>
        </p:nvGrpSpPr>
        <p:grpSpPr>
          <a:xfrm>
            <a:off x="5807709" y="3498448"/>
            <a:ext cx="2678325" cy="744968"/>
            <a:chOff x="5817225" y="3256105"/>
            <a:chExt cx="2678325" cy="572700"/>
          </a:xfrm>
        </p:grpSpPr>
        <p:sp>
          <p:nvSpPr>
            <p:cNvPr id="393" name="Google Shape;393;p25"/>
            <p:cNvSpPr txBox="1"/>
            <p:nvPr/>
          </p:nvSpPr>
          <p:spPr>
            <a:xfrm>
              <a:off x="5817225" y="3256105"/>
              <a:ext cx="2229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Validate results on another hispanic cohort</a:t>
              </a:r>
              <a:endPara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4" name="Google Shape;394;p25"/>
            <p:cNvSpPr/>
            <p:nvPr/>
          </p:nvSpPr>
          <p:spPr>
            <a:xfrm>
              <a:off x="8038350" y="3442558"/>
              <a:ext cx="457200" cy="3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7315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Alata"/>
                  <a:ea typeface="Alata"/>
                  <a:cs typeface="Alata"/>
                  <a:sym typeface="Alata"/>
                </a:rPr>
                <a:t>3</a:t>
              </a:r>
              <a:endParaRPr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sp>
        <p:nvSpPr>
          <p:cNvPr id="395" name="Google Shape;395;p25"/>
          <p:cNvSpPr/>
          <p:nvPr/>
        </p:nvSpPr>
        <p:spPr>
          <a:xfrm>
            <a:off x="8160331" y="1938710"/>
            <a:ext cx="191770" cy="80318"/>
          </a:xfrm>
          <a:custGeom>
            <a:rect b="b" l="l" r="r" t="t"/>
            <a:pathLst>
              <a:path extrusionOk="0" h="3942" w="9412">
                <a:moveTo>
                  <a:pt x="4698" y="0"/>
                </a:moveTo>
                <a:cubicBezTo>
                  <a:pt x="2382" y="0"/>
                  <a:pt x="403" y="1657"/>
                  <a:pt x="1" y="3941"/>
                </a:cubicBezTo>
                <a:cubicBezTo>
                  <a:pt x="258" y="3796"/>
                  <a:pt x="548" y="3700"/>
                  <a:pt x="837" y="3668"/>
                </a:cubicBezTo>
                <a:cubicBezTo>
                  <a:pt x="1762" y="2284"/>
                  <a:pt x="3242" y="1593"/>
                  <a:pt x="4720" y="1593"/>
                </a:cubicBezTo>
                <a:cubicBezTo>
                  <a:pt x="6198" y="1593"/>
                  <a:pt x="7674" y="2284"/>
                  <a:pt x="8591" y="3668"/>
                </a:cubicBezTo>
                <a:cubicBezTo>
                  <a:pt x="8881" y="3700"/>
                  <a:pt x="9154" y="3796"/>
                  <a:pt x="9412" y="3941"/>
                </a:cubicBezTo>
                <a:cubicBezTo>
                  <a:pt x="9009" y="1657"/>
                  <a:pt x="7015" y="0"/>
                  <a:pt x="4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8282601" y="2068499"/>
            <a:ext cx="71149" cy="139976"/>
          </a:xfrm>
          <a:custGeom>
            <a:rect b="b" l="l" r="r" t="t"/>
            <a:pathLst>
              <a:path extrusionOk="0" h="6870" w="3492">
                <a:moveTo>
                  <a:pt x="3491" y="0"/>
                </a:moveTo>
                <a:cubicBezTo>
                  <a:pt x="2783" y="1126"/>
                  <a:pt x="1657" y="2526"/>
                  <a:pt x="0" y="3395"/>
                </a:cubicBezTo>
                <a:cubicBezTo>
                  <a:pt x="1528" y="4263"/>
                  <a:pt x="2719" y="5711"/>
                  <a:pt x="3491" y="6869"/>
                </a:cubicBezTo>
                <a:lnTo>
                  <a:pt x="3491" y="6709"/>
                </a:lnTo>
                <a:lnTo>
                  <a:pt x="349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8158701" y="2068499"/>
            <a:ext cx="188815" cy="234333"/>
          </a:xfrm>
          <a:custGeom>
            <a:rect b="b" l="l" r="r" t="t"/>
            <a:pathLst>
              <a:path extrusionOk="0" h="11501" w="9267">
                <a:moveTo>
                  <a:pt x="2460" y="4026"/>
                </a:moveTo>
                <a:cubicBezTo>
                  <a:pt x="2711" y="4026"/>
                  <a:pt x="2960" y="4191"/>
                  <a:pt x="2976" y="4521"/>
                </a:cubicBezTo>
                <a:lnTo>
                  <a:pt x="2976" y="5003"/>
                </a:lnTo>
                <a:lnTo>
                  <a:pt x="3459" y="5003"/>
                </a:lnTo>
                <a:cubicBezTo>
                  <a:pt x="4119" y="5036"/>
                  <a:pt x="4119" y="6001"/>
                  <a:pt x="3459" y="6049"/>
                </a:cubicBezTo>
                <a:lnTo>
                  <a:pt x="2976" y="6049"/>
                </a:lnTo>
                <a:lnTo>
                  <a:pt x="2976" y="6516"/>
                </a:lnTo>
                <a:cubicBezTo>
                  <a:pt x="2960" y="6845"/>
                  <a:pt x="2711" y="7010"/>
                  <a:pt x="2460" y="7010"/>
                </a:cubicBezTo>
                <a:cubicBezTo>
                  <a:pt x="2208" y="7010"/>
                  <a:pt x="1955" y="6845"/>
                  <a:pt x="1931" y="6516"/>
                </a:cubicBezTo>
                <a:lnTo>
                  <a:pt x="1931" y="6049"/>
                </a:lnTo>
                <a:lnTo>
                  <a:pt x="1464" y="6049"/>
                </a:lnTo>
                <a:cubicBezTo>
                  <a:pt x="805" y="6001"/>
                  <a:pt x="805" y="5036"/>
                  <a:pt x="1464" y="5003"/>
                </a:cubicBezTo>
                <a:lnTo>
                  <a:pt x="1931" y="5003"/>
                </a:lnTo>
                <a:lnTo>
                  <a:pt x="1931" y="4521"/>
                </a:lnTo>
                <a:cubicBezTo>
                  <a:pt x="1955" y="4191"/>
                  <a:pt x="2208" y="4026"/>
                  <a:pt x="2460" y="4026"/>
                </a:cubicBezTo>
                <a:close/>
                <a:moveTo>
                  <a:pt x="0" y="0"/>
                </a:moveTo>
                <a:lnTo>
                  <a:pt x="0" y="6709"/>
                </a:lnTo>
                <a:cubicBezTo>
                  <a:pt x="0" y="9025"/>
                  <a:pt x="1657" y="11020"/>
                  <a:pt x="3926" y="11422"/>
                </a:cubicBezTo>
                <a:cubicBezTo>
                  <a:pt x="4215" y="11475"/>
                  <a:pt x="4503" y="11501"/>
                  <a:pt x="4788" y="11501"/>
                </a:cubicBezTo>
                <a:cubicBezTo>
                  <a:pt x="6756" y="11501"/>
                  <a:pt x="8564" y="10279"/>
                  <a:pt x="9266" y="8382"/>
                </a:cubicBezTo>
                <a:cubicBezTo>
                  <a:pt x="8559" y="7143"/>
                  <a:pt x="6902" y="4617"/>
                  <a:pt x="4585" y="3845"/>
                </a:cubicBezTo>
                <a:cubicBezTo>
                  <a:pt x="2269" y="3089"/>
                  <a:pt x="837" y="1368"/>
                  <a:pt x="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5"/>
          <p:cNvSpPr/>
          <p:nvPr/>
        </p:nvSpPr>
        <p:spPr>
          <a:xfrm>
            <a:off x="8167217" y="1994090"/>
            <a:ext cx="177670" cy="131785"/>
          </a:xfrm>
          <a:custGeom>
            <a:rect b="b" l="l" r="r" t="t"/>
            <a:pathLst>
              <a:path extrusionOk="0" h="6468" w="8720">
                <a:moveTo>
                  <a:pt x="3701" y="1"/>
                </a:moveTo>
                <a:lnTo>
                  <a:pt x="3701" y="1"/>
                </a:lnTo>
                <a:cubicBezTo>
                  <a:pt x="2575" y="210"/>
                  <a:pt x="1609" y="950"/>
                  <a:pt x="1111" y="1979"/>
                </a:cubicBezTo>
                <a:lnTo>
                  <a:pt x="757" y="1979"/>
                </a:lnTo>
                <a:cubicBezTo>
                  <a:pt x="483" y="1979"/>
                  <a:pt x="210" y="2076"/>
                  <a:pt x="1" y="2253"/>
                </a:cubicBezTo>
                <a:cubicBezTo>
                  <a:pt x="226" y="2719"/>
                  <a:pt x="483" y="3154"/>
                  <a:pt x="789" y="3572"/>
                </a:cubicBezTo>
                <a:cubicBezTo>
                  <a:pt x="1770" y="5004"/>
                  <a:pt x="2977" y="5985"/>
                  <a:pt x="4360" y="6468"/>
                </a:cubicBezTo>
                <a:cubicBezTo>
                  <a:pt x="5760" y="5985"/>
                  <a:pt x="6966" y="5004"/>
                  <a:pt x="7948" y="3572"/>
                </a:cubicBezTo>
                <a:cubicBezTo>
                  <a:pt x="8237" y="3154"/>
                  <a:pt x="8494" y="2719"/>
                  <a:pt x="8720" y="2253"/>
                </a:cubicBezTo>
                <a:cubicBezTo>
                  <a:pt x="8511" y="2076"/>
                  <a:pt x="8253" y="1979"/>
                  <a:pt x="7980" y="1979"/>
                </a:cubicBezTo>
                <a:lnTo>
                  <a:pt x="7642" y="1979"/>
                </a:lnTo>
                <a:cubicBezTo>
                  <a:pt x="7159" y="950"/>
                  <a:pt x="6210" y="226"/>
                  <a:pt x="5116" y="1"/>
                </a:cubicBezTo>
                <a:lnTo>
                  <a:pt x="5116" y="1"/>
                </a:lnTo>
                <a:cubicBezTo>
                  <a:pt x="5406" y="355"/>
                  <a:pt x="5502" y="837"/>
                  <a:pt x="5390" y="1288"/>
                </a:cubicBezTo>
                <a:cubicBezTo>
                  <a:pt x="5229" y="1835"/>
                  <a:pt x="4730" y="2221"/>
                  <a:pt x="4167" y="2221"/>
                </a:cubicBezTo>
                <a:cubicBezTo>
                  <a:pt x="4055" y="2221"/>
                  <a:pt x="3942" y="2205"/>
                  <a:pt x="3829" y="2172"/>
                </a:cubicBezTo>
                <a:cubicBezTo>
                  <a:pt x="3302" y="2099"/>
                  <a:pt x="3508" y="1146"/>
                  <a:pt x="3962" y="1146"/>
                </a:cubicBezTo>
                <a:cubicBezTo>
                  <a:pt x="4007" y="1146"/>
                  <a:pt x="4054" y="1155"/>
                  <a:pt x="4103" y="1175"/>
                </a:cubicBezTo>
                <a:cubicBezTo>
                  <a:pt x="4122" y="1180"/>
                  <a:pt x="4139" y="1182"/>
                  <a:pt x="4156" y="1182"/>
                </a:cubicBezTo>
                <a:cubicBezTo>
                  <a:pt x="4195" y="1182"/>
                  <a:pt x="4230" y="1170"/>
                  <a:pt x="4264" y="1159"/>
                </a:cubicBezTo>
                <a:cubicBezTo>
                  <a:pt x="4328" y="1127"/>
                  <a:pt x="4360" y="1078"/>
                  <a:pt x="4376" y="1014"/>
                </a:cubicBezTo>
                <a:cubicBezTo>
                  <a:pt x="4425" y="805"/>
                  <a:pt x="4312" y="580"/>
                  <a:pt x="4087" y="532"/>
                </a:cubicBezTo>
                <a:cubicBezTo>
                  <a:pt x="3845" y="467"/>
                  <a:pt x="3685" y="242"/>
                  <a:pt x="37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25"/>
          <p:cNvGrpSpPr/>
          <p:nvPr/>
        </p:nvGrpSpPr>
        <p:grpSpPr>
          <a:xfrm>
            <a:off x="8158701" y="3796198"/>
            <a:ext cx="195050" cy="364122"/>
            <a:chOff x="1129251" y="1863548"/>
            <a:chExt cx="195050" cy="364122"/>
          </a:xfrm>
        </p:grpSpPr>
        <p:sp>
          <p:nvSpPr>
            <p:cNvPr id="400" name="Google Shape;400;p25"/>
            <p:cNvSpPr/>
            <p:nvPr/>
          </p:nvSpPr>
          <p:spPr>
            <a:xfrm>
              <a:off x="1130881" y="1863548"/>
              <a:ext cx="191769" cy="80318"/>
            </a:xfrm>
            <a:custGeom>
              <a:rect b="b" l="l" r="r" t="t"/>
              <a:pathLst>
                <a:path extrusionOk="0" h="3942" w="9412">
                  <a:moveTo>
                    <a:pt x="4698" y="0"/>
                  </a:moveTo>
                  <a:cubicBezTo>
                    <a:pt x="2382" y="0"/>
                    <a:pt x="403" y="1657"/>
                    <a:pt x="1" y="3941"/>
                  </a:cubicBezTo>
                  <a:cubicBezTo>
                    <a:pt x="258" y="3796"/>
                    <a:pt x="548" y="3700"/>
                    <a:pt x="837" y="3668"/>
                  </a:cubicBezTo>
                  <a:cubicBezTo>
                    <a:pt x="1762" y="2284"/>
                    <a:pt x="3242" y="1593"/>
                    <a:pt x="4720" y="1593"/>
                  </a:cubicBezTo>
                  <a:cubicBezTo>
                    <a:pt x="6198" y="1593"/>
                    <a:pt x="7674" y="2284"/>
                    <a:pt x="8591" y="3668"/>
                  </a:cubicBezTo>
                  <a:cubicBezTo>
                    <a:pt x="8881" y="3700"/>
                    <a:pt x="9154" y="3796"/>
                    <a:pt x="9412" y="3941"/>
                  </a:cubicBezTo>
                  <a:cubicBezTo>
                    <a:pt x="9009" y="1657"/>
                    <a:pt x="7015" y="0"/>
                    <a:pt x="46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5"/>
            <p:cNvSpPr/>
            <p:nvPr/>
          </p:nvSpPr>
          <p:spPr>
            <a:xfrm>
              <a:off x="1253151" y="1993337"/>
              <a:ext cx="71150" cy="139976"/>
            </a:xfrm>
            <a:custGeom>
              <a:rect b="b" l="l" r="r" t="t"/>
              <a:pathLst>
                <a:path extrusionOk="0" h="6870" w="3492">
                  <a:moveTo>
                    <a:pt x="3491" y="0"/>
                  </a:moveTo>
                  <a:cubicBezTo>
                    <a:pt x="2783" y="1126"/>
                    <a:pt x="1657" y="2526"/>
                    <a:pt x="0" y="3395"/>
                  </a:cubicBezTo>
                  <a:cubicBezTo>
                    <a:pt x="1528" y="4263"/>
                    <a:pt x="2719" y="5711"/>
                    <a:pt x="3491" y="6869"/>
                  </a:cubicBezTo>
                  <a:lnTo>
                    <a:pt x="3491" y="6709"/>
                  </a:lnTo>
                  <a:lnTo>
                    <a:pt x="34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5"/>
            <p:cNvSpPr/>
            <p:nvPr/>
          </p:nvSpPr>
          <p:spPr>
            <a:xfrm>
              <a:off x="1129251" y="1993337"/>
              <a:ext cx="188815" cy="234333"/>
            </a:xfrm>
            <a:custGeom>
              <a:rect b="b" l="l" r="r" t="t"/>
              <a:pathLst>
                <a:path extrusionOk="0" h="11501" w="9267">
                  <a:moveTo>
                    <a:pt x="2460" y="4026"/>
                  </a:moveTo>
                  <a:cubicBezTo>
                    <a:pt x="2711" y="4026"/>
                    <a:pt x="2960" y="4191"/>
                    <a:pt x="2976" y="4521"/>
                  </a:cubicBezTo>
                  <a:lnTo>
                    <a:pt x="2976" y="5003"/>
                  </a:lnTo>
                  <a:lnTo>
                    <a:pt x="3459" y="5003"/>
                  </a:lnTo>
                  <a:cubicBezTo>
                    <a:pt x="4119" y="5036"/>
                    <a:pt x="4119" y="6001"/>
                    <a:pt x="3459" y="6049"/>
                  </a:cubicBezTo>
                  <a:lnTo>
                    <a:pt x="2976" y="6049"/>
                  </a:lnTo>
                  <a:lnTo>
                    <a:pt x="2976" y="6516"/>
                  </a:lnTo>
                  <a:cubicBezTo>
                    <a:pt x="2960" y="6845"/>
                    <a:pt x="2711" y="7010"/>
                    <a:pt x="2460" y="7010"/>
                  </a:cubicBezTo>
                  <a:cubicBezTo>
                    <a:pt x="2208" y="7010"/>
                    <a:pt x="1955" y="6845"/>
                    <a:pt x="1931" y="6516"/>
                  </a:cubicBezTo>
                  <a:lnTo>
                    <a:pt x="1931" y="6049"/>
                  </a:lnTo>
                  <a:lnTo>
                    <a:pt x="1464" y="6049"/>
                  </a:lnTo>
                  <a:cubicBezTo>
                    <a:pt x="805" y="6001"/>
                    <a:pt x="805" y="5036"/>
                    <a:pt x="1464" y="5003"/>
                  </a:cubicBezTo>
                  <a:lnTo>
                    <a:pt x="1931" y="5003"/>
                  </a:lnTo>
                  <a:lnTo>
                    <a:pt x="1931" y="4521"/>
                  </a:lnTo>
                  <a:cubicBezTo>
                    <a:pt x="1955" y="4191"/>
                    <a:pt x="2208" y="4026"/>
                    <a:pt x="2460" y="4026"/>
                  </a:cubicBezTo>
                  <a:close/>
                  <a:moveTo>
                    <a:pt x="0" y="0"/>
                  </a:moveTo>
                  <a:lnTo>
                    <a:pt x="0" y="6709"/>
                  </a:lnTo>
                  <a:cubicBezTo>
                    <a:pt x="0" y="9025"/>
                    <a:pt x="1657" y="11020"/>
                    <a:pt x="3926" y="11422"/>
                  </a:cubicBezTo>
                  <a:cubicBezTo>
                    <a:pt x="4215" y="11475"/>
                    <a:pt x="4503" y="11501"/>
                    <a:pt x="4788" y="11501"/>
                  </a:cubicBezTo>
                  <a:cubicBezTo>
                    <a:pt x="6756" y="11501"/>
                    <a:pt x="8564" y="10279"/>
                    <a:pt x="9266" y="8382"/>
                  </a:cubicBezTo>
                  <a:cubicBezTo>
                    <a:pt x="8559" y="7143"/>
                    <a:pt x="6902" y="4617"/>
                    <a:pt x="4585" y="3845"/>
                  </a:cubicBezTo>
                  <a:cubicBezTo>
                    <a:pt x="2269" y="3089"/>
                    <a:pt x="837" y="1368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5"/>
            <p:cNvSpPr/>
            <p:nvPr/>
          </p:nvSpPr>
          <p:spPr>
            <a:xfrm>
              <a:off x="1137767" y="1918927"/>
              <a:ext cx="177670" cy="131785"/>
            </a:xfrm>
            <a:custGeom>
              <a:rect b="b" l="l" r="r" t="t"/>
              <a:pathLst>
                <a:path extrusionOk="0" h="6468" w="8720">
                  <a:moveTo>
                    <a:pt x="3701" y="1"/>
                  </a:moveTo>
                  <a:lnTo>
                    <a:pt x="3701" y="1"/>
                  </a:lnTo>
                  <a:cubicBezTo>
                    <a:pt x="2575" y="210"/>
                    <a:pt x="1609" y="950"/>
                    <a:pt x="1111" y="1979"/>
                  </a:cubicBezTo>
                  <a:lnTo>
                    <a:pt x="757" y="1979"/>
                  </a:lnTo>
                  <a:cubicBezTo>
                    <a:pt x="483" y="1979"/>
                    <a:pt x="210" y="2076"/>
                    <a:pt x="1" y="2253"/>
                  </a:cubicBezTo>
                  <a:cubicBezTo>
                    <a:pt x="226" y="2719"/>
                    <a:pt x="483" y="3154"/>
                    <a:pt x="789" y="3572"/>
                  </a:cubicBezTo>
                  <a:cubicBezTo>
                    <a:pt x="1770" y="5004"/>
                    <a:pt x="2977" y="5985"/>
                    <a:pt x="4360" y="6468"/>
                  </a:cubicBezTo>
                  <a:cubicBezTo>
                    <a:pt x="5760" y="5985"/>
                    <a:pt x="6966" y="5004"/>
                    <a:pt x="7948" y="3572"/>
                  </a:cubicBezTo>
                  <a:cubicBezTo>
                    <a:pt x="8237" y="3154"/>
                    <a:pt x="8494" y="2719"/>
                    <a:pt x="8720" y="2253"/>
                  </a:cubicBezTo>
                  <a:cubicBezTo>
                    <a:pt x="8511" y="2076"/>
                    <a:pt x="8253" y="1979"/>
                    <a:pt x="7980" y="1979"/>
                  </a:cubicBezTo>
                  <a:lnTo>
                    <a:pt x="7642" y="1979"/>
                  </a:lnTo>
                  <a:cubicBezTo>
                    <a:pt x="7159" y="950"/>
                    <a:pt x="6210" y="226"/>
                    <a:pt x="5116" y="1"/>
                  </a:cubicBezTo>
                  <a:lnTo>
                    <a:pt x="5116" y="1"/>
                  </a:lnTo>
                  <a:cubicBezTo>
                    <a:pt x="5406" y="355"/>
                    <a:pt x="5502" y="837"/>
                    <a:pt x="5390" y="1288"/>
                  </a:cubicBezTo>
                  <a:cubicBezTo>
                    <a:pt x="5229" y="1835"/>
                    <a:pt x="4730" y="2221"/>
                    <a:pt x="4167" y="2221"/>
                  </a:cubicBezTo>
                  <a:cubicBezTo>
                    <a:pt x="4055" y="2221"/>
                    <a:pt x="3942" y="2205"/>
                    <a:pt x="3829" y="2172"/>
                  </a:cubicBezTo>
                  <a:cubicBezTo>
                    <a:pt x="3302" y="2099"/>
                    <a:pt x="3508" y="1146"/>
                    <a:pt x="3962" y="1146"/>
                  </a:cubicBezTo>
                  <a:cubicBezTo>
                    <a:pt x="4007" y="1146"/>
                    <a:pt x="4054" y="1155"/>
                    <a:pt x="4103" y="1175"/>
                  </a:cubicBezTo>
                  <a:cubicBezTo>
                    <a:pt x="4122" y="1180"/>
                    <a:pt x="4139" y="1182"/>
                    <a:pt x="4156" y="1182"/>
                  </a:cubicBezTo>
                  <a:cubicBezTo>
                    <a:pt x="4195" y="1182"/>
                    <a:pt x="4230" y="1170"/>
                    <a:pt x="4264" y="1159"/>
                  </a:cubicBezTo>
                  <a:cubicBezTo>
                    <a:pt x="4328" y="1127"/>
                    <a:pt x="4360" y="1078"/>
                    <a:pt x="4376" y="1014"/>
                  </a:cubicBezTo>
                  <a:cubicBezTo>
                    <a:pt x="4425" y="805"/>
                    <a:pt x="4312" y="580"/>
                    <a:pt x="4087" y="532"/>
                  </a:cubicBezTo>
                  <a:cubicBezTo>
                    <a:pt x="3845" y="467"/>
                    <a:pt x="3685" y="242"/>
                    <a:pt x="3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4" name="Google Shape;404;p25"/>
          <p:cNvSpPr txBox="1"/>
          <p:nvPr/>
        </p:nvSpPr>
        <p:spPr>
          <a:xfrm>
            <a:off x="1193850" y="2955153"/>
            <a:ext cx="2229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Low generalizability of the model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736638" y="3063508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7315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932549" y="3257060"/>
            <a:ext cx="66545" cy="66565"/>
          </a:xfrm>
          <a:custGeom>
            <a:rect b="b" l="l" r="r" t="t"/>
            <a:pathLst>
              <a:path extrusionOk="0" h="3267" w="3266">
                <a:moveTo>
                  <a:pt x="1110" y="0"/>
                </a:moveTo>
                <a:lnTo>
                  <a:pt x="1110" y="596"/>
                </a:lnTo>
                <a:cubicBezTo>
                  <a:pt x="1110" y="885"/>
                  <a:pt x="885" y="1110"/>
                  <a:pt x="595" y="1110"/>
                </a:cubicBezTo>
                <a:lnTo>
                  <a:pt x="0" y="1110"/>
                </a:lnTo>
                <a:lnTo>
                  <a:pt x="0" y="2140"/>
                </a:lnTo>
                <a:lnTo>
                  <a:pt x="595" y="2140"/>
                </a:lnTo>
                <a:cubicBezTo>
                  <a:pt x="605" y="2140"/>
                  <a:pt x="614" y="2139"/>
                  <a:pt x="623" y="2139"/>
                </a:cubicBezTo>
                <a:cubicBezTo>
                  <a:pt x="899" y="2139"/>
                  <a:pt x="1110" y="2374"/>
                  <a:pt x="1110" y="2655"/>
                </a:cubicBezTo>
                <a:lnTo>
                  <a:pt x="1110" y="3266"/>
                </a:lnTo>
                <a:lnTo>
                  <a:pt x="2140" y="3266"/>
                </a:lnTo>
                <a:lnTo>
                  <a:pt x="2140" y="2655"/>
                </a:lnTo>
                <a:cubicBezTo>
                  <a:pt x="2140" y="2365"/>
                  <a:pt x="2365" y="2140"/>
                  <a:pt x="2654" y="2140"/>
                </a:cubicBezTo>
                <a:lnTo>
                  <a:pt x="3266" y="2140"/>
                </a:lnTo>
                <a:lnTo>
                  <a:pt x="3266" y="1110"/>
                </a:lnTo>
                <a:lnTo>
                  <a:pt x="2654" y="1110"/>
                </a:lnTo>
                <a:cubicBezTo>
                  <a:pt x="2365" y="1110"/>
                  <a:pt x="2124" y="885"/>
                  <a:pt x="2140" y="596"/>
                </a:cubicBezTo>
                <a:lnTo>
                  <a:pt x="21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831917" y="3107935"/>
            <a:ext cx="267483" cy="364162"/>
          </a:xfrm>
          <a:custGeom>
            <a:rect b="b" l="l" r="r" t="t"/>
            <a:pathLst>
              <a:path extrusionOk="0" h="17873" w="13128">
                <a:moveTo>
                  <a:pt x="7593" y="6274"/>
                </a:moveTo>
                <a:cubicBezTo>
                  <a:pt x="7883" y="6274"/>
                  <a:pt x="8124" y="6499"/>
                  <a:pt x="8124" y="6789"/>
                </a:cubicBezTo>
                <a:lnTo>
                  <a:pt x="8124" y="7384"/>
                </a:lnTo>
                <a:lnTo>
                  <a:pt x="8703" y="7384"/>
                </a:lnTo>
                <a:cubicBezTo>
                  <a:pt x="8993" y="7384"/>
                  <a:pt x="9234" y="7625"/>
                  <a:pt x="9234" y="7915"/>
                </a:cubicBezTo>
                <a:lnTo>
                  <a:pt x="9218" y="9990"/>
                </a:lnTo>
                <a:cubicBezTo>
                  <a:pt x="9218" y="10263"/>
                  <a:pt x="8993" y="10505"/>
                  <a:pt x="8703" y="10505"/>
                </a:cubicBezTo>
                <a:lnTo>
                  <a:pt x="8108" y="10505"/>
                </a:lnTo>
                <a:lnTo>
                  <a:pt x="8108" y="11116"/>
                </a:lnTo>
                <a:cubicBezTo>
                  <a:pt x="8108" y="11406"/>
                  <a:pt x="7883" y="11631"/>
                  <a:pt x="7593" y="11631"/>
                </a:cubicBezTo>
                <a:lnTo>
                  <a:pt x="5518" y="11631"/>
                </a:lnTo>
                <a:cubicBezTo>
                  <a:pt x="5229" y="11631"/>
                  <a:pt x="5004" y="11406"/>
                  <a:pt x="5004" y="11116"/>
                </a:cubicBezTo>
                <a:lnTo>
                  <a:pt x="5004" y="10505"/>
                </a:lnTo>
                <a:lnTo>
                  <a:pt x="4408" y="10505"/>
                </a:lnTo>
                <a:cubicBezTo>
                  <a:pt x="4119" y="10505"/>
                  <a:pt x="3877" y="10263"/>
                  <a:pt x="3894" y="9990"/>
                </a:cubicBezTo>
                <a:lnTo>
                  <a:pt x="3894" y="7915"/>
                </a:lnTo>
                <a:cubicBezTo>
                  <a:pt x="3877" y="7625"/>
                  <a:pt x="4119" y="7384"/>
                  <a:pt x="4408" y="7384"/>
                </a:cubicBezTo>
                <a:lnTo>
                  <a:pt x="5004" y="7384"/>
                </a:lnTo>
                <a:lnTo>
                  <a:pt x="5004" y="6789"/>
                </a:lnTo>
                <a:cubicBezTo>
                  <a:pt x="5004" y="6499"/>
                  <a:pt x="5229" y="6274"/>
                  <a:pt x="5518" y="6274"/>
                </a:cubicBezTo>
                <a:close/>
                <a:moveTo>
                  <a:pt x="6518" y="0"/>
                </a:moveTo>
                <a:cubicBezTo>
                  <a:pt x="6443" y="0"/>
                  <a:pt x="6371" y="16"/>
                  <a:pt x="6307" y="48"/>
                </a:cubicBezTo>
                <a:lnTo>
                  <a:pt x="306" y="2783"/>
                </a:lnTo>
                <a:cubicBezTo>
                  <a:pt x="113" y="2863"/>
                  <a:pt x="1" y="3056"/>
                  <a:pt x="1" y="3266"/>
                </a:cubicBezTo>
                <a:lnTo>
                  <a:pt x="1" y="10762"/>
                </a:lnTo>
                <a:cubicBezTo>
                  <a:pt x="1" y="15717"/>
                  <a:pt x="6564" y="17872"/>
                  <a:pt x="6564" y="17872"/>
                </a:cubicBezTo>
                <a:cubicBezTo>
                  <a:pt x="6564" y="17872"/>
                  <a:pt x="13127" y="15717"/>
                  <a:pt x="13127" y="10762"/>
                </a:cubicBezTo>
                <a:lnTo>
                  <a:pt x="13127" y="3266"/>
                </a:lnTo>
                <a:cubicBezTo>
                  <a:pt x="13127" y="3056"/>
                  <a:pt x="13015" y="2863"/>
                  <a:pt x="12822" y="2783"/>
                </a:cubicBezTo>
                <a:lnTo>
                  <a:pt x="6741" y="48"/>
                </a:lnTo>
                <a:cubicBezTo>
                  <a:pt x="6668" y="16"/>
                  <a:pt x="6592" y="0"/>
                  <a:pt x="65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"/>
          <p:cNvSpPr/>
          <p:nvPr/>
        </p:nvSpPr>
        <p:spPr>
          <a:xfrm>
            <a:off x="4680250" y="2306082"/>
            <a:ext cx="19172" cy="35549"/>
          </a:xfrm>
          <a:custGeom>
            <a:rect b="b" l="l" r="r" t="t"/>
            <a:pathLst>
              <a:path extrusionOk="0" h="1151" w="621">
                <a:moveTo>
                  <a:pt x="384" y="37"/>
                </a:moveTo>
                <a:cubicBezTo>
                  <a:pt x="566" y="73"/>
                  <a:pt x="621" y="329"/>
                  <a:pt x="566" y="566"/>
                </a:cubicBezTo>
                <a:cubicBezTo>
                  <a:pt x="548" y="767"/>
                  <a:pt x="384" y="1150"/>
                  <a:pt x="183" y="1041"/>
                </a:cubicBezTo>
                <a:cubicBezTo>
                  <a:pt x="55" y="931"/>
                  <a:pt x="0" y="749"/>
                  <a:pt x="37" y="585"/>
                </a:cubicBezTo>
                <a:cubicBezTo>
                  <a:pt x="73" y="329"/>
                  <a:pt x="165" y="0"/>
                  <a:pt x="384" y="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"/>
          <p:cNvSpPr/>
          <p:nvPr/>
        </p:nvSpPr>
        <p:spPr>
          <a:xfrm rot="-2087644">
            <a:off x="955542" y="410353"/>
            <a:ext cx="232206" cy="509107"/>
          </a:xfrm>
          <a:custGeom>
            <a:rect b="b" l="l" r="r" t="t"/>
            <a:pathLst>
              <a:path extrusionOk="0" h="16485" w="7522">
                <a:moveTo>
                  <a:pt x="6645" y="2081"/>
                </a:moveTo>
                <a:cubicBezTo>
                  <a:pt x="5313" y="2355"/>
                  <a:pt x="4017" y="2757"/>
                  <a:pt x="2775" y="3286"/>
                </a:cubicBezTo>
                <a:cubicBezTo>
                  <a:pt x="2027" y="3615"/>
                  <a:pt x="1570" y="3980"/>
                  <a:pt x="1534" y="4947"/>
                </a:cubicBezTo>
                <a:cubicBezTo>
                  <a:pt x="1534" y="5458"/>
                  <a:pt x="1589" y="5988"/>
                  <a:pt x="1698" y="6499"/>
                </a:cubicBezTo>
                <a:cubicBezTo>
                  <a:pt x="1972" y="7923"/>
                  <a:pt x="2355" y="9347"/>
                  <a:pt x="2666" y="10679"/>
                </a:cubicBezTo>
                <a:cubicBezTo>
                  <a:pt x="3140" y="12706"/>
                  <a:pt x="3688" y="14422"/>
                  <a:pt x="3998" y="16247"/>
                </a:cubicBezTo>
                <a:cubicBezTo>
                  <a:pt x="3670" y="16338"/>
                  <a:pt x="3378" y="16430"/>
                  <a:pt x="3049" y="16485"/>
                </a:cubicBezTo>
                <a:cubicBezTo>
                  <a:pt x="2063" y="13819"/>
                  <a:pt x="1242" y="11081"/>
                  <a:pt x="585" y="8306"/>
                </a:cubicBezTo>
                <a:cubicBezTo>
                  <a:pt x="366" y="7339"/>
                  <a:pt x="92" y="6335"/>
                  <a:pt x="19" y="5349"/>
                </a:cubicBezTo>
                <a:cubicBezTo>
                  <a:pt x="1" y="5075"/>
                  <a:pt x="1" y="4783"/>
                  <a:pt x="19" y="4509"/>
                </a:cubicBezTo>
                <a:cubicBezTo>
                  <a:pt x="128" y="3067"/>
                  <a:pt x="1260" y="2337"/>
                  <a:pt x="2428" y="1899"/>
                </a:cubicBezTo>
                <a:cubicBezTo>
                  <a:pt x="3688" y="1406"/>
                  <a:pt x="5112" y="1242"/>
                  <a:pt x="6609" y="1059"/>
                </a:cubicBezTo>
                <a:cubicBezTo>
                  <a:pt x="6737" y="694"/>
                  <a:pt x="6682" y="0"/>
                  <a:pt x="7065" y="37"/>
                </a:cubicBezTo>
                <a:cubicBezTo>
                  <a:pt x="7503" y="73"/>
                  <a:pt x="7522" y="822"/>
                  <a:pt x="7522" y="1479"/>
                </a:cubicBezTo>
                <a:cubicBezTo>
                  <a:pt x="7522" y="2154"/>
                  <a:pt x="7485" y="2958"/>
                  <a:pt x="7029" y="2921"/>
                </a:cubicBezTo>
                <a:cubicBezTo>
                  <a:pt x="6682" y="2884"/>
                  <a:pt x="6737" y="2410"/>
                  <a:pt x="6645" y="208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 rot="-2087644">
            <a:off x="1212863" y="231543"/>
            <a:ext cx="232206" cy="509107"/>
          </a:xfrm>
          <a:custGeom>
            <a:rect b="b" l="l" r="r" t="t"/>
            <a:pathLst>
              <a:path extrusionOk="0" h="16485" w="7522">
                <a:moveTo>
                  <a:pt x="877" y="2081"/>
                </a:moveTo>
                <a:cubicBezTo>
                  <a:pt x="2191" y="2355"/>
                  <a:pt x="3505" y="2757"/>
                  <a:pt x="4747" y="3286"/>
                </a:cubicBezTo>
                <a:cubicBezTo>
                  <a:pt x="5495" y="3615"/>
                  <a:pt x="5951" y="3980"/>
                  <a:pt x="5988" y="4947"/>
                </a:cubicBezTo>
                <a:cubicBezTo>
                  <a:pt x="5988" y="5458"/>
                  <a:pt x="5933" y="5988"/>
                  <a:pt x="5824" y="6499"/>
                </a:cubicBezTo>
                <a:cubicBezTo>
                  <a:pt x="5550" y="7923"/>
                  <a:pt x="5167" y="9347"/>
                  <a:pt x="4856" y="10679"/>
                </a:cubicBezTo>
                <a:cubicBezTo>
                  <a:pt x="4382" y="12706"/>
                  <a:pt x="3816" y="14422"/>
                  <a:pt x="3524" y="16247"/>
                </a:cubicBezTo>
                <a:cubicBezTo>
                  <a:pt x="3852" y="16338"/>
                  <a:pt x="4144" y="16430"/>
                  <a:pt x="4473" y="16485"/>
                </a:cubicBezTo>
                <a:cubicBezTo>
                  <a:pt x="5459" y="13819"/>
                  <a:pt x="6280" y="11081"/>
                  <a:pt x="6937" y="8306"/>
                </a:cubicBezTo>
                <a:cubicBezTo>
                  <a:pt x="7156" y="7339"/>
                  <a:pt x="7430" y="6335"/>
                  <a:pt x="7503" y="5349"/>
                </a:cubicBezTo>
                <a:cubicBezTo>
                  <a:pt x="7521" y="5075"/>
                  <a:pt x="7521" y="4783"/>
                  <a:pt x="7503" y="4509"/>
                </a:cubicBezTo>
                <a:cubicBezTo>
                  <a:pt x="7394" y="3067"/>
                  <a:pt x="6262" y="2337"/>
                  <a:pt x="5093" y="1899"/>
                </a:cubicBezTo>
                <a:cubicBezTo>
                  <a:pt x="3834" y="1406"/>
                  <a:pt x="2410" y="1242"/>
                  <a:pt x="913" y="1059"/>
                </a:cubicBezTo>
                <a:cubicBezTo>
                  <a:pt x="785" y="694"/>
                  <a:pt x="840" y="0"/>
                  <a:pt x="457" y="37"/>
                </a:cubicBezTo>
                <a:cubicBezTo>
                  <a:pt x="19" y="73"/>
                  <a:pt x="0" y="822"/>
                  <a:pt x="0" y="1479"/>
                </a:cubicBezTo>
                <a:cubicBezTo>
                  <a:pt x="0" y="2154"/>
                  <a:pt x="37" y="2958"/>
                  <a:pt x="493" y="2921"/>
                </a:cubicBezTo>
                <a:cubicBezTo>
                  <a:pt x="822" y="2884"/>
                  <a:pt x="767" y="2410"/>
                  <a:pt x="877" y="208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"/>
          <p:cNvSpPr/>
          <p:nvPr/>
        </p:nvSpPr>
        <p:spPr>
          <a:xfrm rot="-2087644">
            <a:off x="1268550" y="570065"/>
            <a:ext cx="862825" cy="626370"/>
          </a:xfrm>
          <a:custGeom>
            <a:rect b="b" l="l" r="r" t="t"/>
            <a:pathLst>
              <a:path extrusionOk="0" h="20282" w="27950">
                <a:moveTo>
                  <a:pt x="10753" y="0"/>
                </a:moveTo>
                <a:cubicBezTo>
                  <a:pt x="11593" y="73"/>
                  <a:pt x="12414" y="146"/>
                  <a:pt x="13236" y="219"/>
                </a:cubicBezTo>
                <a:cubicBezTo>
                  <a:pt x="12761" y="3815"/>
                  <a:pt x="11155" y="6261"/>
                  <a:pt x="8015" y="7193"/>
                </a:cubicBezTo>
                <a:cubicBezTo>
                  <a:pt x="8344" y="8799"/>
                  <a:pt x="8617" y="10296"/>
                  <a:pt x="9165" y="11665"/>
                </a:cubicBezTo>
                <a:cubicBezTo>
                  <a:pt x="9676" y="12943"/>
                  <a:pt x="10352" y="14148"/>
                  <a:pt x="11191" y="15225"/>
                </a:cubicBezTo>
                <a:cubicBezTo>
                  <a:pt x="12013" y="16302"/>
                  <a:pt x="12889" y="17178"/>
                  <a:pt x="14203" y="17799"/>
                </a:cubicBezTo>
                <a:cubicBezTo>
                  <a:pt x="15481" y="18401"/>
                  <a:pt x="17307" y="18511"/>
                  <a:pt x="18913" y="17981"/>
                </a:cubicBezTo>
                <a:cubicBezTo>
                  <a:pt x="20282" y="17525"/>
                  <a:pt x="21286" y="16612"/>
                  <a:pt x="22071" y="15553"/>
                </a:cubicBezTo>
                <a:cubicBezTo>
                  <a:pt x="22875" y="14440"/>
                  <a:pt x="23276" y="13052"/>
                  <a:pt x="23495" y="11391"/>
                </a:cubicBezTo>
                <a:cubicBezTo>
                  <a:pt x="23605" y="10533"/>
                  <a:pt x="23660" y="9712"/>
                  <a:pt x="23842" y="8945"/>
                </a:cubicBezTo>
                <a:cubicBezTo>
                  <a:pt x="24371" y="6736"/>
                  <a:pt x="25266" y="4838"/>
                  <a:pt x="27767" y="4491"/>
                </a:cubicBezTo>
                <a:cubicBezTo>
                  <a:pt x="27803" y="4655"/>
                  <a:pt x="27840" y="4801"/>
                  <a:pt x="27876" y="4965"/>
                </a:cubicBezTo>
                <a:cubicBezTo>
                  <a:pt x="27913" y="5130"/>
                  <a:pt x="27949" y="5294"/>
                  <a:pt x="27949" y="5458"/>
                </a:cubicBezTo>
                <a:cubicBezTo>
                  <a:pt x="27913" y="5623"/>
                  <a:pt x="27639" y="5714"/>
                  <a:pt x="27511" y="5805"/>
                </a:cubicBezTo>
                <a:cubicBezTo>
                  <a:pt x="27384" y="5933"/>
                  <a:pt x="27238" y="6061"/>
                  <a:pt x="27091" y="6170"/>
                </a:cubicBezTo>
                <a:cubicBezTo>
                  <a:pt x="26124" y="7211"/>
                  <a:pt x="25576" y="8708"/>
                  <a:pt x="25302" y="10405"/>
                </a:cubicBezTo>
                <a:cubicBezTo>
                  <a:pt x="25156" y="11318"/>
                  <a:pt x="25120" y="12194"/>
                  <a:pt x="24956" y="13052"/>
                </a:cubicBezTo>
                <a:cubicBezTo>
                  <a:pt x="24773" y="13819"/>
                  <a:pt x="24518" y="14549"/>
                  <a:pt x="24171" y="15261"/>
                </a:cubicBezTo>
                <a:cubicBezTo>
                  <a:pt x="23550" y="16557"/>
                  <a:pt x="22619" y="17689"/>
                  <a:pt x="21451" y="18547"/>
                </a:cubicBezTo>
                <a:cubicBezTo>
                  <a:pt x="20191" y="19533"/>
                  <a:pt x="18658" y="20099"/>
                  <a:pt x="17069" y="20172"/>
                </a:cubicBezTo>
                <a:cubicBezTo>
                  <a:pt x="14642" y="20281"/>
                  <a:pt x="12250" y="19405"/>
                  <a:pt x="10479" y="17744"/>
                </a:cubicBezTo>
                <a:cubicBezTo>
                  <a:pt x="8873" y="16229"/>
                  <a:pt x="7668" y="14312"/>
                  <a:pt x="7029" y="12176"/>
                </a:cubicBezTo>
                <a:cubicBezTo>
                  <a:pt x="6518" y="10588"/>
                  <a:pt x="6153" y="8945"/>
                  <a:pt x="5952" y="7266"/>
                </a:cubicBezTo>
                <a:cubicBezTo>
                  <a:pt x="4419" y="6992"/>
                  <a:pt x="3031" y="6207"/>
                  <a:pt x="2027" y="5020"/>
                </a:cubicBezTo>
                <a:cubicBezTo>
                  <a:pt x="987" y="3870"/>
                  <a:pt x="275" y="2446"/>
                  <a:pt x="1" y="913"/>
                </a:cubicBezTo>
                <a:cubicBezTo>
                  <a:pt x="804" y="694"/>
                  <a:pt x="1626" y="493"/>
                  <a:pt x="2484" y="329"/>
                </a:cubicBezTo>
                <a:cubicBezTo>
                  <a:pt x="2885" y="1789"/>
                  <a:pt x="3469" y="3085"/>
                  <a:pt x="4437" y="4053"/>
                </a:cubicBezTo>
                <a:cubicBezTo>
                  <a:pt x="4912" y="4564"/>
                  <a:pt x="5532" y="4929"/>
                  <a:pt x="6208" y="5111"/>
                </a:cubicBezTo>
                <a:cubicBezTo>
                  <a:pt x="6974" y="5276"/>
                  <a:pt x="7796" y="5130"/>
                  <a:pt x="8453" y="4692"/>
                </a:cubicBezTo>
                <a:cubicBezTo>
                  <a:pt x="9786" y="3815"/>
                  <a:pt x="10479" y="2136"/>
                  <a:pt x="10698" y="91"/>
                </a:cubicBezTo>
                <a:cubicBezTo>
                  <a:pt x="10698" y="55"/>
                  <a:pt x="10717" y="18"/>
                  <a:pt x="1075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 rot="-2087644">
            <a:off x="1894808" y="382390"/>
            <a:ext cx="216432" cy="225539"/>
          </a:xfrm>
          <a:custGeom>
            <a:rect b="b" l="l" r="r" t="t"/>
            <a:pathLst>
              <a:path extrusionOk="0" h="7303" w="7011">
                <a:moveTo>
                  <a:pt x="3469" y="56"/>
                </a:moveTo>
                <a:cubicBezTo>
                  <a:pt x="4473" y="1"/>
                  <a:pt x="5440" y="402"/>
                  <a:pt x="6097" y="1169"/>
                </a:cubicBezTo>
                <a:cubicBezTo>
                  <a:pt x="6681" y="1808"/>
                  <a:pt x="6992" y="2629"/>
                  <a:pt x="7010" y="3487"/>
                </a:cubicBezTo>
                <a:cubicBezTo>
                  <a:pt x="7010" y="4418"/>
                  <a:pt x="6627" y="5295"/>
                  <a:pt x="5933" y="5915"/>
                </a:cubicBezTo>
                <a:cubicBezTo>
                  <a:pt x="5312" y="6518"/>
                  <a:pt x="4546" y="6919"/>
                  <a:pt x="3706" y="7084"/>
                </a:cubicBezTo>
                <a:cubicBezTo>
                  <a:pt x="2264" y="7303"/>
                  <a:pt x="1077" y="6372"/>
                  <a:pt x="548" y="5349"/>
                </a:cubicBezTo>
                <a:cubicBezTo>
                  <a:pt x="347" y="5003"/>
                  <a:pt x="219" y="4619"/>
                  <a:pt x="164" y="4218"/>
                </a:cubicBezTo>
                <a:cubicBezTo>
                  <a:pt x="0" y="2319"/>
                  <a:pt x="949" y="914"/>
                  <a:pt x="2136" y="348"/>
                </a:cubicBezTo>
                <a:cubicBezTo>
                  <a:pt x="2556" y="183"/>
                  <a:pt x="3012" y="74"/>
                  <a:pt x="3469" y="5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5"/>
          <p:cNvSpPr/>
          <p:nvPr/>
        </p:nvSpPr>
        <p:spPr>
          <a:xfrm rot="-2087644">
            <a:off x="1933653" y="418319"/>
            <a:ext cx="142034" cy="130821"/>
          </a:xfrm>
          <a:custGeom>
            <a:rect b="b" l="l" r="r" t="t"/>
            <a:pathLst>
              <a:path extrusionOk="0" h="4236" w="4601">
                <a:moveTo>
                  <a:pt x="1917" y="110"/>
                </a:moveTo>
                <a:cubicBezTo>
                  <a:pt x="2666" y="0"/>
                  <a:pt x="3414" y="347"/>
                  <a:pt x="3834" y="986"/>
                </a:cubicBezTo>
                <a:cubicBezTo>
                  <a:pt x="3925" y="1114"/>
                  <a:pt x="3998" y="1260"/>
                  <a:pt x="4071" y="1406"/>
                </a:cubicBezTo>
                <a:cubicBezTo>
                  <a:pt x="4601" y="2739"/>
                  <a:pt x="3725" y="4217"/>
                  <a:pt x="2282" y="4236"/>
                </a:cubicBezTo>
                <a:cubicBezTo>
                  <a:pt x="1169" y="4236"/>
                  <a:pt x="165" y="3505"/>
                  <a:pt x="55" y="2428"/>
                </a:cubicBezTo>
                <a:cubicBezTo>
                  <a:pt x="0" y="1753"/>
                  <a:pt x="256" y="1077"/>
                  <a:pt x="785" y="639"/>
                </a:cubicBezTo>
                <a:cubicBezTo>
                  <a:pt x="1096" y="365"/>
                  <a:pt x="1497" y="165"/>
                  <a:pt x="1917" y="11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5"/>
          <p:cNvSpPr/>
          <p:nvPr/>
        </p:nvSpPr>
        <p:spPr>
          <a:xfrm>
            <a:off x="3400550" y="1385775"/>
            <a:ext cx="187200" cy="187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5"/>
          <p:cNvSpPr/>
          <p:nvPr/>
        </p:nvSpPr>
        <p:spPr>
          <a:xfrm>
            <a:off x="3457700" y="2617425"/>
            <a:ext cx="187200" cy="187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4889925" y="1492875"/>
            <a:ext cx="187200" cy="187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5389025" y="2329500"/>
            <a:ext cx="187200" cy="187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831504" y="1916548"/>
            <a:ext cx="267483" cy="364162"/>
          </a:xfrm>
          <a:custGeom>
            <a:rect b="b" l="l" r="r" t="t"/>
            <a:pathLst>
              <a:path extrusionOk="0" h="17873" w="13128">
                <a:moveTo>
                  <a:pt x="7593" y="6274"/>
                </a:moveTo>
                <a:cubicBezTo>
                  <a:pt x="7883" y="6274"/>
                  <a:pt x="8124" y="6499"/>
                  <a:pt x="8124" y="6789"/>
                </a:cubicBezTo>
                <a:lnTo>
                  <a:pt x="8124" y="7384"/>
                </a:lnTo>
                <a:lnTo>
                  <a:pt x="8703" y="7384"/>
                </a:lnTo>
                <a:cubicBezTo>
                  <a:pt x="8993" y="7384"/>
                  <a:pt x="9234" y="7625"/>
                  <a:pt x="9234" y="7915"/>
                </a:cubicBezTo>
                <a:lnTo>
                  <a:pt x="9218" y="9990"/>
                </a:lnTo>
                <a:cubicBezTo>
                  <a:pt x="9218" y="10263"/>
                  <a:pt x="8993" y="10505"/>
                  <a:pt x="8703" y="10505"/>
                </a:cubicBezTo>
                <a:lnTo>
                  <a:pt x="8108" y="10505"/>
                </a:lnTo>
                <a:lnTo>
                  <a:pt x="8108" y="11116"/>
                </a:lnTo>
                <a:cubicBezTo>
                  <a:pt x="8108" y="11406"/>
                  <a:pt x="7883" y="11631"/>
                  <a:pt x="7593" y="11631"/>
                </a:cubicBezTo>
                <a:lnTo>
                  <a:pt x="5518" y="11631"/>
                </a:lnTo>
                <a:cubicBezTo>
                  <a:pt x="5229" y="11631"/>
                  <a:pt x="5004" y="11406"/>
                  <a:pt x="5004" y="11116"/>
                </a:cubicBezTo>
                <a:lnTo>
                  <a:pt x="5004" y="10505"/>
                </a:lnTo>
                <a:lnTo>
                  <a:pt x="4408" y="10505"/>
                </a:lnTo>
                <a:cubicBezTo>
                  <a:pt x="4119" y="10505"/>
                  <a:pt x="3877" y="10263"/>
                  <a:pt x="3894" y="9990"/>
                </a:cubicBezTo>
                <a:lnTo>
                  <a:pt x="3894" y="7915"/>
                </a:lnTo>
                <a:cubicBezTo>
                  <a:pt x="3877" y="7625"/>
                  <a:pt x="4119" y="7384"/>
                  <a:pt x="4408" y="7384"/>
                </a:cubicBezTo>
                <a:lnTo>
                  <a:pt x="5004" y="7384"/>
                </a:lnTo>
                <a:lnTo>
                  <a:pt x="5004" y="6789"/>
                </a:lnTo>
                <a:cubicBezTo>
                  <a:pt x="5004" y="6499"/>
                  <a:pt x="5229" y="6274"/>
                  <a:pt x="5518" y="6274"/>
                </a:cubicBezTo>
                <a:close/>
                <a:moveTo>
                  <a:pt x="6518" y="0"/>
                </a:moveTo>
                <a:cubicBezTo>
                  <a:pt x="6443" y="0"/>
                  <a:pt x="6371" y="16"/>
                  <a:pt x="6307" y="48"/>
                </a:cubicBezTo>
                <a:lnTo>
                  <a:pt x="306" y="2783"/>
                </a:lnTo>
                <a:cubicBezTo>
                  <a:pt x="113" y="2863"/>
                  <a:pt x="1" y="3056"/>
                  <a:pt x="1" y="3266"/>
                </a:cubicBezTo>
                <a:lnTo>
                  <a:pt x="1" y="10762"/>
                </a:lnTo>
                <a:cubicBezTo>
                  <a:pt x="1" y="15717"/>
                  <a:pt x="6564" y="17872"/>
                  <a:pt x="6564" y="17872"/>
                </a:cubicBezTo>
                <a:cubicBezTo>
                  <a:pt x="6564" y="17872"/>
                  <a:pt x="13127" y="15717"/>
                  <a:pt x="13127" y="10762"/>
                </a:cubicBezTo>
                <a:lnTo>
                  <a:pt x="13127" y="3266"/>
                </a:lnTo>
                <a:cubicBezTo>
                  <a:pt x="13127" y="3056"/>
                  <a:pt x="13015" y="2863"/>
                  <a:pt x="12822" y="2783"/>
                </a:cubicBezTo>
                <a:lnTo>
                  <a:pt x="6741" y="48"/>
                </a:lnTo>
                <a:cubicBezTo>
                  <a:pt x="6668" y="16"/>
                  <a:pt x="6592" y="0"/>
                  <a:pt x="65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5"/>
          <p:cNvSpPr/>
          <p:nvPr/>
        </p:nvSpPr>
        <p:spPr>
          <a:xfrm>
            <a:off x="931961" y="2065348"/>
            <a:ext cx="66545" cy="66565"/>
          </a:xfrm>
          <a:custGeom>
            <a:rect b="b" l="l" r="r" t="t"/>
            <a:pathLst>
              <a:path extrusionOk="0" h="3267" w="3266">
                <a:moveTo>
                  <a:pt x="1110" y="0"/>
                </a:moveTo>
                <a:lnTo>
                  <a:pt x="1110" y="596"/>
                </a:lnTo>
                <a:cubicBezTo>
                  <a:pt x="1110" y="885"/>
                  <a:pt x="885" y="1110"/>
                  <a:pt x="595" y="1110"/>
                </a:cubicBezTo>
                <a:lnTo>
                  <a:pt x="0" y="1110"/>
                </a:lnTo>
                <a:lnTo>
                  <a:pt x="0" y="2140"/>
                </a:lnTo>
                <a:lnTo>
                  <a:pt x="595" y="2140"/>
                </a:lnTo>
                <a:cubicBezTo>
                  <a:pt x="605" y="2140"/>
                  <a:pt x="614" y="2139"/>
                  <a:pt x="623" y="2139"/>
                </a:cubicBezTo>
                <a:cubicBezTo>
                  <a:pt x="899" y="2139"/>
                  <a:pt x="1110" y="2374"/>
                  <a:pt x="1110" y="2655"/>
                </a:cubicBezTo>
                <a:lnTo>
                  <a:pt x="1110" y="3266"/>
                </a:lnTo>
                <a:lnTo>
                  <a:pt x="2140" y="3266"/>
                </a:lnTo>
                <a:lnTo>
                  <a:pt x="2140" y="2655"/>
                </a:lnTo>
                <a:cubicBezTo>
                  <a:pt x="2140" y="2365"/>
                  <a:pt x="2365" y="2140"/>
                  <a:pt x="2654" y="2140"/>
                </a:cubicBezTo>
                <a:lnTo>
                  <a:pt x="3266" y="2140"/>
                </a:lnTo>
                <a:lnTo>
                  <a:pt x="3266" y="1110"/>
                </a:lnTo>
                <a:lnTo>
                  <a:pt x="2654" y="1110"/>
                </a:lnTo>
                <a:cubicBezTo>
                  <a:pt x="2365" y="1110"/>
                  <a:pt x="2124" y="885"/>
                  <a:pt x="2140" y="596"/>
                </a:cubicBezTo>
                <a:lnTo>
                  <a:pt x="21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 txBox="1"/>
          <p:nvPr>
            <p:ph type="title"/>
          </p:nvPr>
        </p:nvSpPr>
        <p:spPr>
          <a:xfrm>
            <a:off x="884175" y="46535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References</a:t>
            </a:r>
            <a:endParaRPr/>
          </a:p>
        </p:txBody>
      </p:sp>
      <p:sp>
        <p:nvSpPr>
          <p:cNvPr id="425" name="Google Shape;425;p26"/>
          <p:cNvSpPr txBox="1"/>
          <p:nvPr>
            <p:ph idx="1" type="subTitle"/>
          </p:nvPr>
        </p:nvSpPr>
        <p:spPr>
          <a:xfrm>
            <a:off x="714300" y="1206800"/>
            <a:ext cx="7715400" cy="3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Arora M, et al. Spatial distribution of lead in human primary teeth as a biomarker of pre- and neonatal lead exposure. Science of the Total Environment 371 2006: 55–62.</a:t>
            </a:r>
            <a:endParaRPr/>
          </a:p>
          <a:p>
            <a:pPr indent="-3048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Arora M, Austin C. Teeth as a biomarker of past chemical exposure.  Curr Opin Pediatr 2013, 25:261 – 267.</a:t>
            </a:r>
            <a:endParaRPr/>
          </a:p>
          <a:p>
            <a:pPr indent="-3048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Genolicini C, et al. Copy Mean: A New Method to Impute Intermittent Missing Values in Longitudinal Studies. Open Journal of Statistics, 2013, 3, 26-40.</a:t>
            </a:r>
            <a:endParaRPr/>
          </a:p>
          <a:p>
            <a:pPr indent="-3048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Van der Laan MJ, Polley EC, Hubbard AE. Super Learner. Statistical Applications in Genetics and Molecular Biology 2007, Vol. 6 Issue 1 Article 23.</a:t>
            </a:r>
            <a:endParaRPr/>
          </a:p>
          <a:p>
            <a:pPr indent="-3048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u="sng">
                <a:solidFill>
                  <a:schemeClr val="hlink"/>
                </a:solidFill>
                <a:hlinkClick r:id="rId7"/>
              </a:rPr>
              <a:t>Chen T, Guestrin C. XGBoost: A Scalable Tree Boosting System. KDD 2016, San Francisco.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7"/>
          <p:cNvSpPr txBox="1"/>
          <p:nvPr>
            <p:ph type="title"/>
          </p:nvPr>
        </p:nvSpPr>
        <p:spPr>
          <a:xfrm>
            <a:off x="233525" y="1359450"/>
            <a:ext cx="5556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ATTENTION!</a:t>
            </a:r>
            <a:endParaRPr/>
          </a:p>
        </p:txBody>
      </p:sp>
      <p:grpSp>
        <p:nvGrpSpPr>
          <p:cNvPr id="431" name="Google Shape;431;p27"/>
          <p:cNvGrpSpPr/>
          <p:nvPr/>
        </p:nvGrpSpPr>
        <p:grpSpPr>
          <a:xfrm>
            <a:off x="5140935" y="1558761"/>
            <a:ext cx="3072573" cy="4560568"/>
            <a:chOff x="4587881" y="2070350"/>
            <a:chExt cx="1749856" cy="2597283"/>
          </a:xfrm>
        </p:grpSpPr>
        <p:sp>
          <p:nvSpPr>
            <p:cNvPr id="432" name="Google Shape;432;p27"/>
            <p:cNvSpPr/>
            <p:nvPr/>
          </p:nvSpPr>
          <p:spPr>
            <a:xfrm>
              <a:off x="4587881" y="2607602"/>
              <a:ext cx="188610" cy="196095"/>
            </a:xfrm>
            <a:custGeom>
              <a:rect b="b" l="l" r="r" t="t"/>
              <a:pathLst>
                <a:path extrusionOk="0" h="1860" w="1789">
                  <a:moveTo>
                    <a:pt x="322" y="1"/>
                  </a:moveTo>
                  <a:cubicBezTo>
                    <a:pt x="147" y="1"/>
                    <a:pt x="1" y="592"/>
                    <a:pt x="129" y="1001"/>
                  </a:cubicBezTo>
                  <a:cubicBezTo>
                    <a:pt x="243" y="1430"/>
                    <a:pt x="1560" y="1859"/>
                    <a:pt x="1560" y="1859"/>
                  </a:cubicBezTo>
                  <a:cubicBezTo>
                    <a:pt x="1646" y="1630"/>
                    <a:pt x="1731" y="1373"/>
                    <a:pt x="1789" y="1115"/>
                  </a:cubicBezTo>
                  <a:cubicBezTo>
                    <a:pt x="1789" y="1115"/>
                    <a:pt x="1502" y="772"/>
                    <a:pt x="1417" y="686"/>
                  </a:cubicBezTo>
                  <a:cubicBezTo>
                    <a:pt x="1331" y="629"/>
                    <a:pt x="1188" y="171"/>
                    <a:pt x="1045" y="85"/>
                  </a:cubicBezTo>
                  <a:cubicBezTo>
                    <a:pt x="1033" y="78"/>
                    <a:pt x="1023" y="75"/>
                    <a:pt x="1014" y="75"/>
                  </a:cubicBezTo>
                  <a:cubicBezTo>
                    <a:pt x="915" y="75"/>
                    <a:pt x="990" y="492"/>
                    <a:pt x="1016" y="571"/>
                  </a:cubicBezTo>
                  <a:cubicBezTo>
                    <a:pt x="1016" y="571"/>
                    <a:pt x="558" y="228"/>
                    <a:pt x="386" y="28"/>
                  </a:cubicBezTo>
                  <a:cubicBezTo>
                    <a:pt x="365" y="9"/>
                    <a:pt x="343" y="1"/>
                    <a:pt x="322" y="1"/>
                  </a:cubicBezTo>
                  <a:close/>
                </a:path>
              </a:pathLst>
            </a:custGeom>
            <a:solidFill>
              <a:srgbClr val="C99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4728097" y="2571230"/>
              <a:ext cx="618649" cy="362143"/>
            </a:xfrm>
            <a:custGeom>
              <a:rect b="b" l="l" r="r" t="t"/>
              <a:pathLst>
                <a:path extrusionOk="0" h="3435" w="5868">
                  <a:moveTo>
                    <a:pt x="4923" y="0"/>
                  </a:moveTo>
                  <a:cubicBezTo>
                    <a:pt x="4322" y="687"/>
                    <a:pt x="3664" y="1346"/>
                    <a:pt x="3006" y="1947"/>
                  </a:cubicBezTo>
                  <a:cubicBezTo>
                    <a:pt x="1918" y="1718"/>
                    <a:pt x="487" y="1288"/>
                    <a:pt x="487" y="1288"/>
                  </a:cubicBezTo>
                  <a:lnTo>
                    <a:pt x="1" y="2347"/>
                  </a:lnTo>
                  <a:cubicBezTo>
                    <a:pt x="1" y="2347"/>
                    <a:pt x="2319" y="3378"/>
                    <a:pt x="3034" y="3435"/>
                  </a:cubicBezTo>
                  <a:cubicBezTo>
                    <a:pt x="3492" y="3435"/>
                    <a:pt x="4351" y="2748"/>
                    <a:pt x="5438" y="1546"/>
                  </a:cubicBezTo>
                  <a:cubicBezTo>
                    <a:pt x="5868" y="1088"/>
                    <a:pt x="5352" y="58"/>
                    <a:pt x="49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5114271" y="2746238"/>
              <a:ext cx="150972" cy="162991"/>
            </a:xfrm>
            <a:custGeom>
              <a:rect b="b" l="l" r="r" t="t"/>
              <a:pathLst>
                <a:path extrusionOk="0" h="1546" w="1432">
                  <a:moveTo>
                    <a:pt x="1031" y="0"/>
                  </a:moveTo>
                  <a:lnTo>
                    <a:pt x="1" y="1546"/>
                  </a:lnTo>
                  <a:cubicBezTo>
                    <a:pt x="516" y="1174"/>
                    <a:pt x="1003" y="744"/>
                    <a:pt x="1432" y="258"/>
                  </a:cubicBezTo>
                  <a:cubicBezTo>
                    <a:pt x="1260" y="143"/>
                    <a:pt x="1031" y="0"/>
                    <a:pt x="10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6149233" y="2619726"/>
              <a:ext cx="188504" cy="199047"/>
            </a:xfrm>
            <a:custGeom>
              <a:rect b="b" l="l" r="r" t="t"/>
              <a:pathLst>
                <a:path extrusionOk="0" h="1888" w="1788">
                  <a:moveTo>
                    <a:pt x="1467" y="0"/>
                  </a:moveTo>
                  <a:cubicBezTo>
                    <a:pt x="1446" y="0"/>
                    <a:pt x="1424" y="9"/>
                    <a:pt x="1403" y="27"/>
                  </a:cubicBezTo>
                  <a:cubicBezTo>
                    <a:pt x="1231" y="227"/>
                    <a:pt x="773" y="571"/>
                    <a:pt x="773" y="571"/>
                  </a:cubicBezTo>
                  <a:cubicBezTo>
                    <a:pt x="799" y="492"/>
                    <a:pt x="874" y="74"/>
                    <a:pt x="775" y="74"/>
                  </a:cubicBezTo>
                  <a:cubicBezTo>
                    <a:pt x="766" y="74"/>
                    <a:pt x="756" y="77"/>
                    <a:pt x="744" y="84"/>
                  </a:cubicBezTo>
                  <a:cubicBezTo>
                    <a:pt x="573" y="170"/>
                    <a:pt x="458" y="628"/>
                    <a:pt x="372" y="685"/>
                  </a:cubicBezTo>
                  <a:cubicBezTo>
                    <a:pt x="287" y="771"/>
                    <a:pt x="0" y="1143"/>
                    <a:pt x="0" y="1143"/>
                  </a:cubicBezTo>
                  <a:cubicBezTo>
                    <a:pt x="58" y="1372"/>
                    <a:pt x="115" y="1630"/>
                    <a:pt x="229" y="1887"/>
                  </a:cubicBezTo>
                  <a:cubicBezTo>
                    <a:pt x="229" y="1887"/>
                    <a:pt x="1546" y="1429"/>
                    <a:pt x="1660" y="1000"/>
                  </a:cubicBezTo>
                  <a:cubicBezTo>
                    <a:pt x="1788" y="591"/>
                    <a:pt x="1642" y="0"/>
                    <a:pt x="1467" y="0"/>
                  </a:cubicBezTo>
                  <a:close/>
                </a:path>
              </a:pathLst>
            </a:custGeom>
            <a:solidFill>
              <a:srgbClr val="C99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5578986" y="2583249"/>
              <a:ext cx="615591" cy="362354"/>
            </a:xfrm>
            <a:custGeom>
              <a:rect b="b" l="l" r="r" t="t"/>
              <a:pathLst>
                <a:path extrusionOk="0" h="3437" w="5839">
                  <a:moveTo>
                    <a:pt x="916" y="1"/>
                  </a:moveTo>
                  <a:cubicBezTo>
                    <a:pt x="487" y="58"/>
                    <a:pt x="0" y="1088"/>
                    <a:pt x="430" y="1575"/>
                  </a:cubicBezTo>
                  <a:cubicBezTo>
                    <a:pt x="1467" y="2753"/>
                    <a:pt x="2313" y="3436"/>
                    <a:pt x="2777" y="3436"/>
                  </a:cubicBezTo>
                  <a:cubicBezTo>
                    <a:pt x="2786" y="3436"/>
                    <a:pt x="2796" y="3436"/>
                    <a:pt x="2805" y="3435"/>
                  </a:cubicBezTo>
                  <a:cubicBezTo>
                    <a:pt x="3549" y="3378"/>
                    <a:pt x="5839" y="2376"/>
                    <a:pt x="5839" y="2376"/>
                  </a:cubicBezTo>
                  <a:lnTo>
                    <a:pt x="5352" y="1289"/>
                  </a:lnTo>
                  <a:cubicBezTo>
                    <a:pt x="5352" y="1289"/>
                    <a:pt x="3921" y="1718"/>
                    <a:pt x="2862" y="1976"/>
                  </a:cubicBezTo>
                  <a:cubicBezTo>
                    <a:pt x="2175" y="1346"/>
                    <a:pt x="1546" y="688"/>
                    <a:pt x="9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5636338" y="2719038"/>
              <a:ext cx="175010" cy="202315"/>
            </a:xfrm>
            <a:custGeom>
              <a:rect b="b" l="l" r="r" t="t"/>
              <a:pathLst>
                <a:path extrusionOk="0" h="1919" w="1660">
                  <a:moveTo>
                    <a:pt x="544" y="1"/>
                  </a:moveTo>
                  <a:cubicBezTo>
                    <a:pt x="544" y="1"/>
                    <a:pt x="57" y="201"/>
                    <a:pt x="0" y="316"/>
                  </a:cubicBezTo>
                  <a:cubicBezTo>
                    <a:pt x="0" y="344"/>
                    <a:pt x="0" y="373"/>
                    <a:pt x="0" y="430"/>
                  </a:cubicBezTo>
                  <a:cubicBezTo>
                    <a:pt x="487" y="974"/>
                    <a:pt x="1059" y="1489"/>
                    <a:pt x="1660" y="1918"/>
                  </a:cubicBezTo>
                  <a:lnTo>
                    <a:pt x="5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5162556" y="3416011"/>
              <a:ext cx="280753" cy="1182897"/>
            </a:xfrm>
            <a:custGeom>
              <a:rect b="b" l="l" r="r" t="t"/>
              <a:pathLst>
                <a:path extrusionOk="0" h="11220" w="2663">
                  <a:moveTo>
                    <a:pt x="87" y="1"/>
                  </a:moveTo>
                  <a:lnTo>
                    <a:pt x="1" y="1689"/>
                  </a:lnTo>
                  <a:lnTo>
                    <a:pt x="1260" y="11220"/>
                  </a:lnTo>
                  <a:lnTo>
                    <a:pt x="2205" y="11220"/>
                  </a:lnTo>
                  <a:lnTo>
                    <a:pt x="26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5162556" y="4598788"/>
              <a:ext cx="232468" cy="68844"/>
            </a:xfrm>
            <a:custGeom>
              <a:rect b="b" l="l" r="r" t="t"/>
              <a:pathLst>
                <a:path extrusionOk="0" h="653" w="2205">
                  <a:moveTo>
                    <a:pt x="1260" y="1"/>
                  </a:moveTo>
                  <a:cubicBezTo>
                    <a:pt x="1260" y="1"/>
                    <a:pt x="29" y="487"/>
                    <a:pt x="1" y="602"/>
                  </a:cubicBezTo>
                  <a:cubicBezTo>
                    <a:pt x="1" y="640"/>
                    <a:pt x="246" y="652"/>
                    <a:pt x="572" y="652"/>
                  </a:cubicBezTo>
                  <a:cubicBezTo>
                    <a:pt x="1225" y="652"/>
                    <a:pt x="2205" y="602"/>
                    <a:pt x="2205" y="602"/>
                  </a:cubicBezTo>
                  <a:lnTo>
                    <a:pt x="22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5431074" y="3416011"/>
              <a:ext cx="271687" cy="1182897"/>
            </a:xfrm>
            <a:custGeom>
              <a:rect b="b" l="l" r="r" t="t"/>
              <a:pathLst>
                <a:path extrusionOk="0" h="11220" w="2577">
                  <a:moveTo>
                    <a:pt x="1" y="1"/>
                  </a:moveTo>
                  <a:lnTo>
                    <a:pt x="58" y="1375"/>
                  </a:lnTo>
                  <a:lnTo>
                    <a:pt x="1174" y="11220"/>
                  </a:lnTo>
                  <a:lnTo>
                    <a:pt x="2119" y="11220"/>
                  </a:lnTo>
                  <a:lnTo>
                    <a:pt x="25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5424116" y="4598788"/>
              <a:ext cx="233416" cy="68844"/>
            </a:xfrm>
            <a:custGeom>
              <a:rect b="b" l="l" r="r" t="t"/>
              <a:pathLst>
                <a:path extrusionOk="0" h="653" w="2214">
                  <a:moveTo>
                    <a:pt x="1240" y="1"/>
                  </a:moveTo>
                  <a:cubicBezTo>
                    <a:pt x="1240" y="1"/>
                    <a:pt x="10" y="487"/>
                    <a:pt x="10" y="602"/>
                  </a:cubicBezTo>
                  <a:cubicBezTo>
                    <a:pt x="0" y="640"/>
                    <a:pt x="242" y="652"/>
                    <a:pt x="568" y="652"/>
                  </a:cubicBezTo>
                  <a:cubicBezTo>
                    <a:pt x="1221" y="652"/>
                    <a:pt x="2213" y="602"/>
                    <a:pt x="2213" y="602"/>
                  </a:cubicBezTo>
                  <a:lnTo>
                    <a:pt x="22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5201774" y="2188006"/>
              <a:ext cx="226458" cy="214756"/>
            </a:xfrm>
            <a:custGeom>
              <a:rect b="b" l="l" r="r" t="t"/>
              <a:pathLst>
                <a:path extrusionOk="0" h="2037" w="2148">
                  <a:moveTo>
                    <a:pt x="1260" y="1"/>
                  </a:moveTo>
                  <a:cubicBezTo>
                    <a:pt x="1260" y="1"/>
                    <a:pt x="1" y="430"/>
                    <a:pt x="945" y="1689"/>
                  </a:cubicBezTo>
                  <a:cubicBezTo>
                    <a:pt x="1131" y="1937"/>
                    <a:pt x="1290" y="2036"/>
                    <a:pt x="1426" y="2036"/>
                  </a:cubicBezTo>
                  <a:cubicBezTo>
                    <a:pt x="1981" y="2036"/>
                    <a:pt x="2147" y="373"/>
                    <a:pt x="2147" y="373"/>
                  </a:cubicBezTo>
                  <a:cubicBezTo>
                    <a:pt x="2147" y="344"/>
                    <a:pt x="1260" y="1"/>
                    <a:pt x="1260" y="1"/>
                  </a:cubicBezTo>
                  <a:close/>
                </a:path>
              </a:pathLst>
            </a:custGeom>
            <a:solidFill>
              <a:srgbClr val="243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5114271" y="2568173"/>
              <a:ext cx="645849" cy="1071249"/>
            </a:xfrm>
            <a:custGeom>
              <a:rect b="b" l="l" r="r" t="t"/>
              <a:pathLst>
                <a:path extrusionOk="0" h="10161" w="6126">
                  <a:moveTo>
                    <a:pt x="2634" y="1"/>
                  </a:moveTo>
                  <a:lnTo>
                    <a:pt x="1260" y="29"/>
                  </a:lnTo>
                  <a:lnTo>
                    <a:pt x="1" y="9846"/>
                  </a:lnTo>
                  <a:cubicBezTo>
                    <a:pt x="688" y="10018"/>
                    <a:pt x="1375" y="10103"/>
                    <a:pt x="2090" y="10161"/>
                  </a:cubicBezTo>
                  <a:lnTo>
                    <a:pt x="3006" y="8758"/>
                  </a:lnTo>
                  <a:cubicBezTo>
                    <a:pt x="4151" y="8816"/>
                    <a:pt x="5238" y="9245"/>
                    <a:pt x="6125" y="9960"/>
                  </a:cubicBezTo>
                  <a:lnTo>
                    <a:pt x="5439" y="2119"/>
                  </a:lnTo>
                  <a:lnTo>
                    <a:pt x="5267" y="402"/>
                  </a:lnTo>
                  <a:cubicBezTo>
                    <a:pt x="5267" y="258"/>
                    <a:pt x="5181" y="201"/>
                    <a:pt x="5038" y="201"/>
                  </a:cubicBezTo>
                  <a:cubicBezTo>
                    <a:pt x="4494" y="115"/>
                    <a:pt x="3779" y="1"/>
                    <a:pt x="37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5144528" y="2568173"/>
              <a:ext cx="594506" cy="805782"/>
            </a:xfrm>
            <a:custGeom>
              <a:rect b="b" l="l" r="r" t="t"/>
              <a:pathLst>
                <a:path extrusionOk="0" h="7643" w="5639">
                  <a:moveTo>
                    <a:pt x="2347" y="1"/>
                  </a:moveTo>
                  <a:lnTo>
                    <a:pt x="973" y="29"/>
                  </a:lnTo>
                  <a:lnTo>
                    <a:pt x="0" y="7642"/>
                  </a:lnTo>
                  <a:lnTo>
                    <a:pt x="5638" y="7642"/>
                  </a:lnTo>
                  <a:lnTo>
                    <a:pt x="5152" y="2119"/>
                  </a:lnTo>
                  <a:lnTo>
                    <a:pt x="4980" y="402"/>
                  </a:lnTo>
                  <a:cubicBezTo>
                    <a:pt x="4980" y="258"/>
                    <a:pt x="4894" y="201"/>
                    <a:pt x="4751" y="201"/>
                  </a:cubicBezTo>
                  <a:cubicBezTo>
                    <a:pt x="4207" y="115"/>
                    <a:pt x="3492" y="1"/>
                    <a:pt x="34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5352638" y="2571230"/>
              <a:ext cx="60515" cy="802725"/>
            </a:xfrm>
            <a:custGeom>
              <a:rect b="b" l="l" r="r" t="t"/>
              <a:pathLst>
                <a:path extrusionOk="0" h="7614" w="574">
                  <a:moveTo>
                    <a:pt x="344" y="0"/>
                  </a:moveTo>
                  <a:lnTo>
                    <a:pt x="1" y="7613"/>
                  </a:lnTo>
                  <a:lnTo>
                    <a:pt x="573" y="7613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5391856" y="2414356"/>
              <a:ext cx="120820" cy="153924"/>
            </a:xfrm>
            <a:custGeom>
              <a:rect b="b" l="l" r="r" t="t"/>
              <a:pathLst>
                <a:path extrusionOk="0" h="1460" w="1146">
                  <a:moveTo>
                    <a:pt x="1" y="0"/>
                  </a:moveTo>
                  <a:lnTo>
                    <a:pt x="1" y="687"/>
                  </a:lnTo>
                  <a:lnTo>
                    <a:pt x="1" y="1460"/>
                  </a:lnTo>
                  <a:lnTo>
                    <a:pt x="1146" y="1460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C99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5391856" y="2469388"/>
              <a:ext cx="120820" cy="81074"/>
            </a:xfrm>
            <a:custGeom>
              <a:rect b="b" l="l" r="r" t="t"/>
              <a:pathLst>
                <a:path extrusionOk="0" h="769" w="1146">
                  <a:moveTo>
                    <a:pt x="101" y="1"/>
                  </a:moveTo>
                  <a:cubicBezTo>
                    <a:pt x="65" y="1"/>
                    <a:pt x="30" y="8"/>
                    <a:pt x="1" y="22"/>
                  </a:cubicBezTo>
                  <a:lnTo>
                    <a:pt x="1" y="766"/>
                  </a:lnTo>
                  <a:cubicBezTo>
                    <a:pt x="30" y="768"/>
                    <a:pt x="58" y="769"/>
                    <a:pt x="87" y="769"/>
                  </a:cubicBezTo>
                  <a:cubicBezTo>
                    <a:pt x="512" y="769"/>
                    <a:pt x="904" y="571"/>
                    <a:pt x="1146" y="222"/>
                  </a:cubicBezTo>
                  <a:cubicBezTo>
                    <a:pt x="1146" y="222"/>
                    <a:pt x="974" y="79"/>
                    <a:pt x="945" y="51"/>
                  </a:cubicBezTo>
                  <a:cubicBezTo>
                    <a:pt x="917" y="51"/>
                    <a:pt x="402" y="22"/>
                    <a:pt x="201" y="22"/>
                  </a:cubicBezTo>
                  <a:cubicBezTo>
                    <a:pt x="173" y="8"/>
                    <a:pt x="137" y="1"/>
                    <a:pt x="101" y="1"/>
                  </a:cubicBezTo>
                  <a:close/>
                </a:path>
              </a:pathLst>
            </a:custGeom>
            <a:solidFill>
              <a:srgbClr val="8356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5289277" y="2197916"/>
              <a:ext cx="391558" cy="325138"/>
            </a:xfrm>
            <a:custGeom>
              <a:rect b="b" l="l" r="r" t="t"/>
              <a:pathLst>
                <a:path extrusionOk="0" h="3084" w="3714">
                  <a:moveTo>
                    <a:pt x="1081" y="1"/>
                  </a:moveTo>
                  <a:cubicBezTo>
                    <a:pt x="590" y="1"/>
                    <a:pt x="162" y="349"/>
                    <a:pt x="87" y="851"/>
                  </a:cubicBezTo>
                  <a:cubicBezTo>
                    <a:pt x="1" y="1796"/>
                    <a:pt x="402" y="3055"/>
                    <a:pt x="1346" y="3084"/>
                  </a:cubicBezTo>
                  <a:cubicBezTo>
                    <a:pt x="1546" y="3084"/>
                    <a:pt x="2262" y="2940"/>
                    <a:pt x="2777" y="2025"/>
                  </a:cubicBezTo>
                  <a:cubicBezTo>
                    <a:pt x="2851" y="2049"/>
                    <a:pt x="2920" y="2060"/>
                    <a:pt x="2984" y="2060"/>
                  </a:cubicBezTo>
                  <a:cubicBezTo>
                    <a:pt x="3518" y="2060"/>
                    <a:pt x="3713" y="1294"/>
                    <a:pt x="3407" y="1166"/>
                  </a:cubicBezTo>
                  <a:cubicBezTo>
                    <a:pt x="3348" y="1139"/>
                    <a:pt x="3293" y="1128"/>
                    <a:pt x="3243" y="1128"/>
                  </a:cubicBezTo>
                  <a:cubicBezTo>
                    <a:pt x="2976" y="1128"/>
                    <a:pt x="2834" y="1452"/>
                    <a:pt x="2834" y="1452"/>
                  </a:cubicBezTo>
                  <a:cubicBezTo>
                    <a:pt x="2834" y="1452"/>
                    <a:pt x="2491" y="1223"/>
                    <a:pt x="2548" y="451"/>
                  </a:cubicBezTo>
                  <a:cubicBezTo>
                    <a:pt x="2176" y="222"/>
                    <a:pt x="1747" y="50"/>
                    <a:pt x="1289" y="21"/>
                  </a:cubicBezTo>
                  <a:cubicBezTo>
                    <a:pt x="1219" y="7"/>
                    <a:pt x="1149" y="1"/>
                    <a:pt x="1081" y="1"/>
                  </a:cubicBezTo>
                  <a:close/>
                </a:path>
              </a:pathLst>
            </a:custGeom>
            <a:solidFill>
              <a:srgbClr val="C99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5603129" y="2340452"/>
              <a:ext cx="48391" cy="55877"/>
            </a:xfrm>
            <a:custGeom>
              <a:rect b="b" l="l" r="r" t="t"/>
              <a:pathLst>
                <a:path extrusionOk="0" h="530" w="459">
                  <a:moveTo>
                    <a:pt x="229" y="0"/>
                  </a:moveTo>
                  <a:cubicBezTo>
                    <a:pt x="186" y="0"/>
                    <a:pt x="143" y="14"/>
                    <a:pt x="115" y="43"/>
                  </a:cubicBezTo>
                  <a:cubicBezTo>
                    <a:pt x="172" y="43"/>
                    <a:pt x="286" y="100"/>
                    <a:pt x="258" y="272"/>
                  </a:cubicBezTo>
                  <a:cubicBezTo>
                    <a:pt x="201" y="386"/>
                    <a:pt x="115" y="472"/>
                    <a:pt x="0" y="530"/>
                  </a:cubicBezTo>
                  <a:cubicBezTo>
                    <a:pt x="344" y="501"/>
                    <a:pt x="458" y="129"/>
                    <a:pt x="344" y="43"/>
                  </a:cubicBezTo>
                  <a:cubicBezTo>
                    <a:pt x="315" y="14"/>
                    <a:pt x="272" y="0"/>
                    <a:pt x="229" y="0"/>
                  </a:cubicBezTo>
                  <a:close/>
                </a:path>
              </a:pathLst>
            </a:custGeom>
            <a:solidFill>
              <a:srgbClr val="8356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5325543" y="2338871"/>
              <a:ext cx="27200" cy="33315"/>
            </a:xfrm>
            <a:custGeom>
              <a:rect b="b" l="l" r="r" t="t"/>
              <a:pathLst>
                <a:path extrusionOk="0" h="316" w="258">
                  <a:moveTo>
                    <a:pt x="143" y="1"/>
                  </a:moveTo>
                  <a:cubicBezTo>
                    <a:pt x="58" y="1"/>
                    <a:pt x="0" y="58"/>
                    <a:pt x="0" y="144"/>
                  </a:cubicBezTo>
                  <a:cubicBezTo>
                    <a:pt x="0" y="230"/>
                    <a:pt x="58" y="316"/>
                    <a:pt x="143" y="316"/>
                  </a:cubicBezTo>
                  <a:cubicBezTo>
                    <a:pt x="201" y="316"/>
                    <a:pt x="258" y="230"/>
                    <a:pt x="258" y="144"/>
                  </a:cubicBezTo>
                  <a:cubicBezTo>
                    <a:pt x="258" y="58"/>
                    <a:pt x="201" y="1"/>
                    <a:pt x="143" y="1"/>
                  </a:cubicBezTo>
                  <a:close/>
                </a:path>
              </a:pathLst>
            </a:custGeom>
            <a:solidFill>
              <a:srgbClr val="243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5376780" y="2338871"/>
              <a:ext cx="48391" cy="69582"/>
            </a:xfrm>
            <a:custGeom>
              <a:rect b="b" l="l" r="r" t="t"/>
              <a:pathLst>
                <a:path extrusionOk="0" h="660" w="459">
                  <a:moveTo>
                    <a:pt x="258" y="1"/>
                  </a:moveTo>
                  <a:lnTo>
                    <a:pt x="258" y="1"/>
                  </a:lnTo>
                  <a:cubicBezTo>
                    <a:pt x="201" y="173"/>
                    <a:pt x="144" y="316"/>
                    <a:pt x="87" y="487"/>
                  </a:cubicBezTo>
                  <a:cubicBezTo>
                    <a:pt x="1" y="602"/>
                    <a:pt x="87" y="659"/>
                    <a:pt x="287" y="659"/>
                  </a:cubicBezTo>
                  <a:cubicBezTo>
                    <a:pt x="459" y="659"/>
                    <a:pt x="201" y="630"/>
                    <a:pt x="201" y="516"/>
                  </a:cubicBezTo>
                  <a:cubicBezTo>
                    <a:pt x="201" y="401"/>
                    <a:pt x="316" y="230"/>
                    <a:pt x="258" y="1"/>
                  </a:cubicBezTo>
                  <a:close/>
                </a:path>
              </a:pathLst>
            </a:custGeom>
            <a:solidFill>
              <a:srgbClr val="8356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5304353" y="2307032"/>
              <a:ext cx="57458" cy="19926"/>
            </a:xfrm>
            <a:custGeom>
              <a:rect b="b" l="l" r="r" t="t"/>
              <a:pathLst>
                <a:path extrusionOk="0" h="189" w="545">
                  <a:moveTo>
                    <a:pt x="305" y="1"/>
                  </a:moveTo>
                  <a:cubicBezTo>
                    <a:pt x="208" y="1"/>
                    <a:pt x="110" y="38"/>
                    <a:pt x="30" y="102"/>
                  </a:cubicBezTo>
                  <a:cubicBezTo>
                    <a:pt x="1" y="102"/>
                    <a:pt x="1" y="160"/>
                    <a:pt x="30" y="160"/>
                  </a:cubicBezTo>
                  <a:cubicBezTo>
                    <a:pt x="30" y="188"/>
                    <a:pt x="58" y="188"/>
                    <a:pt x="58" y="188"/>
                  </a:cubicBezTo>
                  <a:cubicBezTo>
                    <a:pt x="87" y="188"/>
                    <a:pt x="87" y="160"/>
                    <a:pt x="87" y="160"/>
                  </a:cubicBezTo>
                  <a:cubicBezTo>
                    <a:pt x="144" y="117"/>
                    <a:pt x="208" y="95"/>
                    <a:pt x="273" y="95"/>
                  </a:cubicBezTo>
                  <a:cubicBezTo>
                    <a:pt x="337" y="95"/>
                    <a:pt x="402" y="117"/>
                    <a:pt x="459" y="160"/>
                  </a:cubicBezTo>
                  <a:lnTo>
                    <a:pt x="516" y="160"/>
                  </a:lnTo>
                  <a:cubicBezTo>
                    <a:pt x="545" y="131"/>
                    <a:pt x="545" y="102"/>
                    <a:pt x="516" y="74"/>
                  </a:cubicBezTo>
                  <a:cubicBezTo>
                    <a:pt x="453" y="24"/>
                    <a:pt x="380" y="1"/>
                    <a:pt x="305" y="1"/>
                  </a:cubicBezTo>
                  <a:close/>
                </a:path>
              </a:pathLst>
            </a:custGeom>
            <a:solidFill>
              <a:srgbClr val="243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5455217" y="2338871"/>
              <a:ext cx="30363" cy="33315"/>
            </a:xfrm>
            <a:custGeom>
              <a:rect b="b" l="l" r="r" t="t"/>
              <a:pathLst>
                <a:path extrusionOk="0" h="316" w="288">
                  <a:moveTo>
                    <a:pt x="144" y="1"/>
                  </a:moveTo>
                  <a:cubicBezTo>
                    <a:pt x="87" y="1"/>
                    <a:pt x="1" y="58"/>
                    <a:pt x="1" y="144"/>
                  </a:cubicBezTo>
                  <a:cubicBezTo>
                    <a:pt x="1" y="230"/>
                    <a:pt x="87" y="316"/>
                    <a:pt x="144" y="316"/>
                  </a:cubicBezTo>
                  <a:cubicBezTo>
                    <a:pt x="230" y="316"/>
                    <a:pt x="287" y="230"/>
                    <a:pt x="287" y="144"/>
                  </a:cubicBezTo>
                  <a:cubicBezTo>
                    <a:pt x="287" y="58"/>
                    <a:pt x="230" y="1"/>
                    <a:pt x="144" y="1"/>
                  </a:cubicBezTo>
                  <a:close/>
                </a:path>
              </a:pathLst>
            </a:custGeom>
            <a:solidFill>
              <a:srgbClr val="243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5446256" y="2306083"/>
              <a:ext cx="60410" cy="20875"/>
            </a:xfrm>
            <a:custGeom>
              <a:rect b="b" l="l" r="r" t="t"/>
              <a:pathLst>
                <a:path extrusionOk="0" h="198" w="573">
                  <a:moveTo>
                    <a:pt x="282" y="0"/>
                  </a:moveTo>
                  <a:cubicBezTo>
                    <a:pt x="197" y="0"/>
                    <a:pt x="110" y="29"/>
                    <a:pt x="29" y="83"/>
                  </a:cubicBezTo>
                  <a:cubicBezTo>
                    <a:pt x="0" y="111"/>
                    <a:pt x="0" y="140"/>
                    <a:pt x="29" y="169"/>
                  </a:cubicBezTo>
                  <a:lnTo>
                    <a:pt x="115" y="169"/>
                  </a:lnTo>
                  <a:cubicBezTo>
                    <a:pt x="172" y="126"/>
                    <a:pt x="229" y="104"/>
                    <a:pt x="286" y="104"/>
                  </a:cubicBezTo>
                  <a:cubicBezTo>
                    <a:pt x="343" y="104"/>
                    <a:pt x="401" y="126"/>
                    <a:pt x="458" y="169"/>
                  </a:cubicBezTo>
                  <a:cubicBezTo>
                    <a:pt x="458" y="169"/>
                    <a:pt x="487" y="197"/>
                    <a:pt x="515" y="197"/>
                  </a:cubicBezTo>
                  <a:cubicBezTo>
                    <a:pt x="515" y="197"/>
                    <a:pt x="544" y="197"/>
                    <a:pt x="544" y="169"/>
                  </a:cubicBezTo>
                  <a:cubicBezTo>
                    <a:pt x="572" y="169"/>
                    <a:pt x="572" y="111"/>
                    <a:pt x="544" y="111"/>
                  </a:cubicBezTo>
                  <a:cubicBezTo>
                    <a:pt x="468" y="36"/>
                    <a:pt x="377" y="0"/>
                    <a:pt x="282" y="0"/>
                  </a:cubicBezTo>
                  <a:close/>
                </a:path>
              </a:pathLst>
            </a:custGeom>
            <a:solidFill>
              <a:srgbClr val="243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5256173" y="2070350"/>
              <a:ext cx="419496" cy="280753"/>
            </a:xfrm>
            <a:custGeom>
              <a:rect b="b" l="l" r="r" t="t"/>
              <a:pathLst>
                <a:path extrusionOk="0" h="2663" w="3979">
                  <a:moveTo>
                    <a:pt x="687" y="1"/>
                  </a:moveTo>
                  <a:lnTo>
                    <a:pt x="687" y="1"/>
                  </a:lnTo>
                  <a:cubicBezTo>
                    <a:pt x="429" y="29"/>
                    <a:pt x="0" y="401"/>
                    <a:pt x="0" y="1145"/>
                  </a:cubicBezTo>
                  <a:cubicBezTo>
                    <a:pt x="29" y="1975"/>
                    <a:pt x="1002" y="2147"/>
                    <a:pt x="1002" y="2147"/>
                  </a:cubicBezTo>
                  <a:cubicBezTo>
                    <a:pt x="887" y="2004"/>
                    <a:pt x="887" y="1775"/>
                    <a:pt x="1002" y="1632"/>
                  </a:cubicBezTo>
                  <a:lnTo>
                    <a:pt x="1002" y="1632"/>
                  </a:lnTo>
                  <a:cubicBezTo>
                    <a:pt x="973" y="1861"/>
                    <a:pt x="1116" y="2061"/>
                    <a:pt x="1345" y="2090"/>
                  </a:cubicBezTo>
                  <a:cubicBezTo>
                    <a:pt x="1345" y="2090"/>
                    <a:pt x="1202" y="1918"/>
                    <a:pt x="1460" y="1718"/>
                  </a:cubicBezTo>
                  <a:cubicBezTo>
                    <a:pt x="1554" y="1635"/>
                    <a:pt x="1808" y="1611"/>
                    <a:pt x="2075" y="1611"/>
                  </a:cubicBezTo>
                  <a:cubicBezTo>
                    <a:pt x="2456" y="1611"/>
                    <a:pt x="2862" y="1661"/>
                    <a:pt x="2862" y="1661"/>
                  </a:cubicBezTo>
                  <a:cubicBezTo>
                    <a:pt x="2776" y="2033"/>
                    <a:pt x="2891" y="2405"/>
                    <a:pt x="3148" y="2662"/>
                  </a:cubicBezTo>
                  <a:cubicBezTo>
                    <a:pt x="3303" y="2405"/>
                    <a:pt x="3478" y="2353"/>
                    <a:pt x="3593" y="2353"/>
                  </a:cubicBezTo>
                  <a:cubicBezTo>
                    <a:pt x="3670" y="2353"/>
                    <a:pt x="3721" y="2376"/>
                    <a:pt x="3721" y="2376"/>
                  </a:cubicBezTo>
                  <a:cubicBezTo>
                    <a:pt x="3978" y="1918"/>
                    <a:pt x="3778" y="1346"/>
                    <a:pt x="3320" y="1145"/>
                  </a:cubicBezTo>
                  <a:cubicBezTo>
                    <a:pt x="3320" y="1145"/>
                    <a:pt x="3406" y="516"/>
                    <a:pt x="2433" y="201"/>
                  </a:cubicBezTo>
                  <a:cubicBezTo>
                    <a:pt x="2261" y="146"/>
                    <a:pt x="2091" y="126"/>
                    <a:pt x="1929" y="126"/>
                  </a:cubicBezTo>
                  <a:cubicBezTo>
                    <a:pt x="1465" y="126"/>
                    <a:pt x="1066" y="293"/>
                    <a:pt x="882" y="293"/>
                  </a:cubicBezTo>
                  <a:cubicBezTo>
                    <a:pt x="862" y="293"/>
                    <a:pt x="845" y="291"/>
                    <a:pt x="830" y="287"/>
                  </a:cubicBezTo>
                  <a:cubicBezTo>
                    <a:pt x="716" y="230"/>
                    <a:pt x="658" y="115"/>
                    <a:pt x="687" y="1"/>
                  </a:cubicBezTo>
                  <a:close/>
                </a:path>
              </a:pathLst>
            </a:custGeom>
            <a:solidFill>
              <a:srgbClr val="243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5391856" y="2565221"/>
              <a:ext cx="120820" cy="42698"/>
            </a:xfrm>
            <a:custGeom>
              <a:rect b="b" l="l" r="r" t="t"/>
              <a:pathLst>
                <a:path extrusionOk="0" h="405" w="1146">
                  <a:moveTo>
                    <a:pt x="1" y="0"/>
                  </a:moveTo>
                  <a:cubicBezTo>
                    <a:pt x="1" y="239"/>
                    <a:pt x="198" y="404"/>
                    <a:pt x="409" y="404"/>
                  </a:cubicBezTo>
                  <a:cubicBezTo>
                    <a:pt x="425" y="404"/>
                    <a:pt x="442" y="403"/>
                    <a:pt x="459" y="401"/>
                  </a:cubicBezTo>
                  <a:cubicBezTo>
                    <a:pt x="745" y="401"/>
                    <a:pt x="1003" y="258"/>
                    <a:pt x="1146" y="0"/>
                  </a:cubicBezTo>
                  <a:close/>
                </a:path>
              </a:pathLst>
            </a:custGeom>
            <a:solidFill>
              <a:srgbClr val="C99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5379838" y="2429432"/>
              <a:ext cx="93620" cy="51976"/>
            </a:xfrm>
            <a:custGeom>
              <a:rect b="b" l="l" r="r" t="t"/>
              <a:pathLst>
                <a:path extrusionOk="0" h="493" w="888">
                  <a:moveTo>
                    <a:pt x="687" y="0"/>
                  </a:moveTo>
                  <a:cubicBezTo>
                    <a:pt x="487" y="29"/>
                    <a:pt x="258" y="29"/>
                    <a:pt x="58" y="86"/>
                  </a:cubicBezTo>
                  <a:cubicBezTo>
                    <a:pt x="0" y="115"/>
                    <a:pt x="29" y="287"/>
                    <a:pt x="29" y="287"/>
                  </a:cubicBezTo>
                  <a:cubicBezTo>
                    <a:pt x="62" y="451"/>
                    <a:pt x="266" y="493"/>
                    <a:pt x="444" y="493"/>
                  </a:cubicBezTo>
                  <a:cubicBezTo>
                    <a:pt x="575" y="493"/>
                    <a:pt x="692" y="470"/>
                    <a:pt x="716" y="458"/>
                  </a:cubicBezTo>
                  <a:cubicBezTo>
                    <a:pt x="773" y="430"/>
                    <a:pt x="888" y="0"/>
                    <a:pt x="6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5014749" y="2568173"/>
              <a:ext cx="377220" cy="1593220"/>
            </a:xfrm>
            <a:custGeom>
              <a:rect b="b" l="l" r="r" t="t"/>
              <a:pathLst>
                <a:path extrusionOk="0" h="15112" w="3578">
                  <a:moveTo>
                    <a:pt x="3578" y="1"/>
                  </a:moveTo>
                  <a:lnTo>
                    <a:pt x="2233" y="29"/>
                  </a:lnTo>
                  <a:lnTo>
                    <a:pt x="1" y="14969"/>
                  </a:lnTo>
                  <a:lnTo>
                    <a:pt x="3349" y="15112"/>
                  </a:lnTo>
                  <a:lnTo>
                    <a:pt x="35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5512568" y="2568173"/>
              <a:ext cx="362143" cy="1593220"/>
            </a:xfrm>
            <a:custGeom>
              <a:rect b="b" l="l" r="r" t="t"/>
              <a:pathLst>
                <a:path extrusionOk="0" h="15112" w="3435">
                  <a:moveTo>
                    <a:pt x="1" y="1"/>
                  </a:moveTo>
                  <a:lnTo>
                    <a:pt x="87" y="15112"/>
                  </a:lnTo>
                  <a:lnTo>
                    <a:pt x="3435" y="14854"/>
                  </a:lnTo>
                  <a:lnTo>
                    <a:pt x="1546" y="1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5319534" y="2568173"/>
              <a:ext cx="72429" cy="413487"/>
            </a:xfrm>
            <a:custGeom>
              <a:rect b="b" l="l" r="r" t="t"/>
              <a:pathLst>
                <a:path extrusionOk="0" h="3922" w="687">
                  <a:moveTo>
                    <a:pt x="687" y="1"/>
                  </a:moveTo>
                  <a:lnTo>
                    <a:pt x="658" y="29"/>
                  </a:lnTo>
                  <a:lnTo>
                    <a:pt x="143" y="774"/>
                  </a:lnTo>
                  <a:lnTo>
                    <a:pt x="401" y="1003"/>
                  </a:lnTo>
                  <a:lnTo>
                    <a:pt x="0" y="1689"/>
                  </a:lnTo>
                  <a:lnTo>
                    <a:pt x="630" y="3922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5512568" y="2568173"/>
              <a:ext cx="72534" cy="413487"/>
            </a:xfrm>
            <a:custGeom>
              <a:rect b="b" l="l" r="r" t="t"/>
              <a:pathLst>
                <a:path extrusionOk="0" h="3922" w="688">
                  <a:moveTo>
                    <a:pt x="1" y="1"/>
                  </a:moveTo>
                  <a:lnTo>
                    <a:pt x="29" y="3922"/>
                  </a:lnTo>
                  <a:lnTo>
                    <a:pt x="688" y="1604"/>
                  </a:lnTo>
                  <a:lnTo>
                    <a:pt x="230" y="1117"/>
                  </a:lnTo>
                  <a:lnTo>
                    <a:pt x="459" y="8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5584996" y="3262194"/>
              <a:ext cx="129887" cy="21191"/>
            </a:xfrm>
            <a:custGeom>
              <a:rect b="b" l="l" r="r" t="t"/>
              <a:pathLst>
                <a:path extrusionOk="0" h="201" w="1232">
                  <a:moveTo>
                    <a:pt x="1" y="0"/>
                  </a:moveTo>
                  <a:lnTo>
                    <a:pt x="1" y="201"/>
                  </a:lnTo>
                  <a:lnTo>
                    <a:pt x="1231" y="201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5189755" y="3262194"/>
              <a:ext cx="129887" cy="21191"/>
            </a:xfrm>
            <a:custGeom>
              <a:rect b="b" l="l" r="r" t="t"/>
              <a:pathLst>
                <a:path extrusionOk="0" h="201" w="1232">
                  <a:moveTo>
                    <a:pt x="0" y="0"/>
                  </a:moveTo>
                  <a:lnTo>
                    <a:pt x="0" y="201"/>
                  </a:lnTo>
                  <a:lnTo>
                    <a:pt x="1231" y="201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5901799" y="2450517"/>
              <a:ext cx="389344" cy="525134"/>
            </a:xfrm>
            <a:custGeom>
              <a:rect b="b" l="l" r="r" t="t"/>
              <a:pathLst>
                <a:path extrusionOk="0" h="4981" w="3693">
                  <a:moveTo>
                    <a:pt x="1" y="1"/>
                  </a:moveTo>
                  <a:lnTo>
                    <a:pt x="1" y="4980"/>
                  </a:lnTo>
                  <a:lnTo>
                    <a:pt x="3692" y="4980"/>
                  </a:lnTo>
                  <a:lnTo>
                    <a:pt x="3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7"/>
            <p:cNvSpPr/>
            <p:nvPr/>
          </p:nvSpPr>
          <p:spPr>
            <a:xfrm>
              <a:off x="5919932" y="2471708"/>
              <a:ext cx="353077" cy="482858"/>
            </a:xfrm>
            <a:custGeom>
              <a:rect b="b" l="l" r="r" t="t"/>
              <a:pathLst>
                <a:path extrusionOk="0" h="4580" w="3349">
                  <a:moveTo>
                    <a:pt x="0" y="0"/>
                  </a:moveTo>
                  <a:lnTo>
                    <a:pt x="0" y="4579"/>
                  </a:lnTo>
                  <a:lnTo>
                    <a:pt x="3349" y="4579"/>
                  </a:lnTo>
                  <a:lnTo>
                    <a:pt x="33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6067739" y="2565221"/>
              <a:ext cx="57458" cy="57458"/>
            </a:xfrm>
            <a:custGeom>
              <a:rect b="b" l="l" r="r" t="t"/>
              <a:pathLst>
                <a:path extrusionOk="0" h="545" w="545">
                  <a:moveTo>
                    <a:pt x="1" y="0"/>
                  </a:moveTo>
                  <a:lnTo>
                    <a:pt x="1" y="544"/>
                  </a:lnTo>
                  <a:lnTo>
                    <a:pt x="544" y="544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5971169" y="2661791"/>
              <a:ext cx="253553" cy="15182"/>
            </a:xfrm>
            <a:custGeom>
              <a:rect b="b" l="l" r="r" t="t"/>
              <a:pathLst>
                <a:path extrusionOk="0" h="144" w="2405">
                  <a:moveTo>
                    <a:pt x="1" y="0"/>
                  </a:moveTo>
                  <a:lnTo>
                    <a:pt x="1" y="143"/>
                  </a:lnTo>
                  <a:lnTo>
                    <a:pt x="2405" y="143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5971169" y="2694895"/>
              <a:ext cx="253553" cy="15182"/>
            </a:xfrm>
            <a:custGeom>
              <a:rect b="b" l="l" r="r" t="t"/>
              <a:pathLst>
                <a:path extrusionOk="0" h="144" w="2405">
                  <a:moveTo>
                    <a:pt x="1" y="1"/>
                  </a:moveTo>
                  <a:lnTo>
                    <a:pt x="1" y="144"/>
                  </a:lnTo>
                  <a:lnTo>
                    <a:pt x="2405" y="144"/>
                  </a:lnTo>
                  <a:lnTo>
                    <a:pt x="24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5971169" y="2725153"/>
              <a:ext cx="253553" cy="18134"/>
            </a:xfrm>
            <a:custGeom>
              <a:rect b="b" l="l" r="r" t="t"/>
              <a:pathLst>
                <a:path extrusionOk="0" h="172" w="2405">
                  <a:moveTo>
                    <a:pt x="1" y="0"/>
                  </a:moveTo>
                  <a:lnTo>
                    <a:pt x="1" y="172"/>
                  </a:lnTo>
                  <a:lnTo>
                    <a:pt x="2405" y="172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5971169" y="2758256"/>
              <a:ext cx="253553" cy="18239"/>
            </a:xfrm>
            <a:custGeom>
              <a:rect b="b" l="l" r="r" t="t"/>
              <a:pathLst>
                <a:path extrusionOk="0" h="173" w="2405">
                  <a:moveTo>
                    <a:pt x="1" y="1"/>
                  </a:moveTo>
                  <a:lnTo>
                    <a:pt x="1" y="173"/>
                  </a:lnTo>
                  <a:lnTo>
                    <a:pt x="2405" y="173"/>
                  </a:lnTo>
                  <a:lnTo>
                    <a:pt x="24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5971169" y="2791466"/>
              <a:ext cx="253553" cy="18239"/>
            </a:xfrm>
            <a:custGeom>
              <a:rect b="b" l="l" r="r" t="t"/>
              <a:pathLst>
                <a:path extrusionOk="0" h="173" w="2405">
                  <a:moveTo>
                    <a:pt x="1" y="1"/>
                  </a:moveTo>
                  <a:lnTo>
                    <a:pt x="1" y="172"/>
                  </a:lnTo>
                  <a:lnTo>
                    <a:pt x="2405" y="172"/>
                  </a:lnTo>
                  <a:lnTo>
                    <a:pt x="24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5971169" y="2857884"/>
              <a:ext cx="81601" cy="18239"/>
            </a:xfrm>
            <a:custGeom>
              <a:rect b="b" l="l" r="r" t="t"/>
              <a:pathLst>
                <a:path extrusionOk="0" h="173" w="774">
                  <a:moveTo>
                    <a:pt x="1" y="0"/>
                  </a:moveTo>
                  <a:lnTo>
                    <a:pt x="1" y="172"/>
                  </a:lnTo>
                  <a:lnTo>
                    <a:pt x="774" y="172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6140166" y="2857884"/>
              <a:ext cx="84553" cy="18239"/>
            </a:xfrm>
            <a:custGeom>
              <a:rect b="b" l="l" r="r" t="t"/>
              <a:pathLst>
                <a:path extrusionOk="0" h="173" w="802">
                  <a:moveTo>
                    <a:pt x="0" y="0"/>
                  </a:moveTo>
                  <a:lnTo>
                    <a:pt x="0" y="172"/>
                  </a:lnTo>
                  <a:lnTo>
                    <a:pt x="802" y="172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6019454" y="2465593"/>
              <a:ext cx="154030" cy="21296"/>
            </a:xfrm>
            <a:custGeom>
              <a:rect b="b" l="l" r="r" t="t"/>
              <a:pathLst>
                <a:path extrusionOk="0" h="202" w="1461">
                  <a:moveTo>
                    <a:pt x="1" y="1"/>
                  </a:moveTo>
                  <a:lnTo>
                    <a:pt x="1" y="201"/>
                  </a:lnTo>
                  <a:lnTo>
                    <a:pt x="1460" y="201"/>
                  </a:lnTo>
                  <a:lnTo>
                    <a:pt x="14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6028521" y="2432384"/>
              <a:ext cx="135896" cy="42382"/>
            </a:xfrm>
            <a:custGeom>
              <a:rect b="b" l="l" r="r" t="t"/>
              <a:pathLst>
                <a:path extrusionOk="0" h="402" w="1289">
                  <a:moveTo>
                    <a:pt x="1" y="1"/>
                  </a:moveTo>
                  <a:lnTo>
                    <a:pt x="1" y="402"/>
                  </a:lnTo>
                  <a:lnTo>
                    <a:pt x="1288" y="40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6064787" y="2411299"/>
              <a:ext cx="63467" cy="33315"/>
            </a:xfrm>
            <a:custGeom>
              <a:rect b="b" l="l" r="r" t="t"/>
              <a:pathLst>
                <a:path extrusionOk="0" h="316" w="602">
                  <a:moveTo>
                    <a:pt x="0" y="1"/>
                  </a:moveTo>
                  <a:lnTo>
                    <a:pt x="0" y="315"/>
                  </a:lnTo>
                  <a:lnTo>
                    <a:pt x="601" y="315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5265135" y="2565221"/>
              <a:ext cx="126829" cy="271581"/>
            </a:xfrm>
            <a:custGeom>
              <a:rect b="b" l="l" r="r" t="t"/>
              <a:pathLst>
                <a:path extrusionOk="0" fill="none" h="2576" w="1203">
                  <a:moveTo>
                    <a:pt x="1203" y="0"/>
                  </a:moveTo>
                  <a:cubicBezTo>
                    <a:pt x="802" y="29"/>
                    <a:pt x="487" y="315"/>
                    <a:pt x="402" y="687"/>
                  </a:cubicBezTo>
                  <a:cubicBezTo>
                    <a:pt x="201" y="1546"/>
                    <a:pt x="258" y="2290"/>
                    <a:pt x="1" y="2576"/>
                  </a:cubicBezTo>
                </a:path>
              </a:pathLst>
            </a:custGeom>
            <a:noFill/>
            <a:ln cap="flat" cmpd="sng" w="9300">
              <a:solidFill>
                <a:schemeClr val="dk1"/>
              </a:solidFill>
              <a:prstDash val="solid"/>
              <a:miter lim="286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5238040" y="2809599"/>
              <a:ext cx="54401" cy="57458"/>
            </a:xfrm>
            <a:custGeom>
              <a:rect b="b" l="l" r="r" t="t"/>
              <a:pathLst>
                <a:path extrusionOk="0" h="545" w="516">
                  <a:moveTo>
                    <a:pt x="258" y="0"/>
                  </a:moveTo>
                  <a:cubicBezTo>
                    <a:pt x="115" y="0"/>
                    <a:pt x="0" y="115"/>
                    <a:pt x="0" y="258"/>
                  </a:cubicBezTo>
                  <a:cubicBezTo>
                    <a:pt x="0" y="430"/>
                    <a:pt x="115" y="544"/>
                    <a:pt x="258" y="544"/>
                  </a:cubicBezTo>
                  <a:cubicBezTo>
                    <a:pt x="401" y="544"/>
                    <a:pt x="515" y="430"/>
                    <a:pt x="515" y="258"/>
                  </a:cubicBezTo>
                  <a:cubicBezTo>
                    <a:pt x="515" y="115"/>
                    <a:pt x="401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5250059" y="2821618"/>
              <a:ext cx="30363" cy="33315"/>
            </a:xfrm>
            <a:custGeom>
              <a:rect b="b" l="l" r="r" t="t"/>
              <a:pathLst>
                <a:path extrusionOk="0" h="316" w="288">
                  <a:moveTo>
                    <a:pt x="144" y="1"/>
                  </a:moveTo>
                  <a:cubicBezTo>
                    <a:pt x="58" y="1"/>
                    <a:pt x="1" y="87"/>
                    <a:pt x="1" y="144"/>
                  </a:cubicBezTo>
                  <a:cubicBezTo>
                    <a:pt x="1" y="230"/>
                    <a:pt x="58" y="316"/>
                    <a:pt x="144" y="316"/>
                  </a:cubicBezTo>
                  <a:cubicBezTo>
                    <a:pt x="230" y="316"/>
                    <a:pt x="287" y="230"/>
                    <a:pt x="287" y="144"/>
                  </a:cubicBezTo>
                  <a:cubicBezTo>
                    <a:pt x="287" y="87"/>
                    <a:pt x="230" y="1"/>
                    <a:pt x="1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5512568" y="2565221"/>
              <a:ext cx="102686" cy="126829"/>
            </a:xfrm>
            <a:custGeom>
              <a:rect b="b" l="l" r="r" t="t"/>
              <a:pathLst>
                <a:path extrusionOk="0" fill="none" h="1203" w="974">
                  <a:moveTo>
                    <a:pt x="1" y="0"/>
                  </a:moveTo>
                  <a:cubicBezTo>
                    <a:pt x="401" y="57"/>
                    <a:pt x="745" y="344"/>
                    <a:pt x="859" y="773"/>
                  </a:cubicBezTo>
                  <a:cubicBezTo>
                    <a:pt x="917" y="916"/>
                    <a:pt x="945" y="1059"/>
                    <a:pt x="974" y="1202"/>
                  </a:cubicBezTo>
                </a:path>
              </a:pathLst>
            </a:custGeom>
            <a:noFill/>
            <a:ln cap="flat" cmpd="sng" w="9300">
              <a:solidFill>
                <a:schemeClr val="dk1"/>
              </a:solidFill>
              <a:prstDash val="solid"/>
              <a:miter lim="286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7"/>
            <p:cNvSpPr/>
            <p:nvPr/>
          </p:nvSpPr>
          <p:spPr>
            <a:xfrm>
              <a:off x="5566862" y="2679819"/>
              <a:ext cx="99734" cy="156982"/>
            </a:xfrm>
            <a:custGeom>
              <a:rect b="b" l="l" r="r" t="t"/>
              <a:pathLst>
                <a:path extrusionOk="0" fill="none" h="1489" w="946">
                  <a:moveTo>
                    <a:pt x="29" y="1489"/>
                  </a:moveTo>
                  <a:cubicBezTo>
                    <a:pt x="1" y="1117"/>
                    <a:pt x="29" y="745"/>
                    <a:pt x="58" y="401"/>
                  </a:cubicBezTo>
                  <a:cubicBezTo>
                    <a:pt x="173" y="29"/>
                    <a:pt x="688" y="1"/>
                    <a:pt x="859" y="373"/>
                  </a:cubicBezTo>
                  <a:cubicBezTo>
                    <a:pt x="917" y="688"/>
                    <a:pt x="945" y="1031"/>
                    <a:pt x="945" y="1374"/>
                  </a:cubicBezTo>
                </a:path>
              </a:pathLst>
            </a:custGeom>
            <a:noFill/>
            <a:ln cap="flat" cmpd="sng" w="9300">
              <a:solidFill>
                <a:srgbClr val="C4CFE2"/>
              </a:solidFill>
              <a:prstDash val="solid"/>
              <a:miter lim="286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7"/>
            <p:cNvSpPr/>
            <p:nvPr/>
          </p:nvSpPr>
          <p:spPr>
            <a:xfrm>
              <a:off x="5569920" y="2682877"/>
              <a:ext cx="93620" cy="81601"/>
            </a:xfrm>
            <a:custGeom>
              <a:rect b="b" l="l" r="r" t="t"/>
              <a:pathLst>
                <a:path extrusionOk="0" fill="none" h="774" w="888">
                  <a:moveTo>
                    <a:pt x="0" y="773"/>
                  </a:moveTo>
                  <a:cubicBezTo>
                    <a:pt x="0" y="630"/>
                    <a:pt x="0" y="516"/>
                    <a:pt x="29" y="401"/>
                  </a:cubicBezTo>
                  <a:cubicBezTo>
                    <a:pt x="144" y="29"/>
                    <a:pt x="659" y="0"/>
                    <a:pt x="830" y="344"/>
                  </a:cubicBezTo>
                  <a:cubicBezTo>
                    <a:pt x="859" y="487"/>
                    <a:pt x="888" y="630"/>
                    <a:pt x="888" y="773"/>
                  </a:cubicBezTo>
                </a:path>
              </a:pathLst>
            </a:custGeom>
            <a:noFill/>
            <a:ln cap="flat" cmpd="sng" w="9300">
              <a:solidFill>
                <a:schemeClr val="dk1"/>
              </a:solidFill>
              <a:prstDash val="solid"/>
              <a:miter lim="286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5563911" y="2836694"/>
              <a:ext cx="18134" cy="105"/>
            </a:xfrm>
            <a:custGeom>
              <a:rect b="b" l="l" r="r" t="t"/>
              <a:pathLst>
                <a:path extrusionOk="0" fill="none" h="1" w="172">
                  <a:moveTo>
                    <a:pt x="0" y="1"/>
                  </a:moveTo>
                  <a:lnTo>
                    <a:pt x="172" y="1"/>
                  </a:lnTo>
                </a:path>
              </a:pathLst>
            </a:custGeom>
            <a:noFill/>
            <a:ln cap="flat" cmpd="sng" w="9300">
              <a:solidFill>
                <a:schemeClr val="lt2"/>
              </a:solidFill>
              <a:prstDash val="solid"/>
              <a:miter lim="286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7"/>
            <p:cNvSpPr/>
            <p:nvPr/>
          </p:nvSpPr>
          <p:spPr>
            <a:xfrm>
              <a:off x="5654366" y="2827732"/>
              <a:ext cx="18239" cy="105"/>
            </a:xfrm>
            <a:custGeom>
              <a:rect b="b" l="l" r="r" t="t"/>
              <a:pathLst>
                <a:path extrusionOk="0" fill="none" h="1" w="173">
                  <a:moveTo>
                    <a:pt x="1" y="0"/>
                  </a:moveTo>
                  <a:lnTo>
                    <a:pt x="173" y="0"/>
                  </a:lnTo>
                </a:path>
              </a:pathLst>
            </a:custGeom>
            <a:noFill/>
            <a:ln cap="flat" cmpd="sng" w="9300">
              <a:solidFill>
                <a:schemeClr val="lt2"/>
              </a:solidFill>
              <a:prstDash val="solid"/>
              <a:miter lim="286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27"/>
          <p:cNvSpPr txBox="1"/>
          <p:nvPr/>
        </p:nvSpPr>
        <p:spPr>
          <a:xfrm>
            <a:off x="633775" y="3036800"/>
            <a:ext cx="45072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"</a:t>
            </a:r>
            <a:r>
              <a:rPr i="1" lang="en" sz="1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Research is to see what everybody else has seen and think what nobody else has thought.</a:t>
            </a:r>
            <a:r>
              <a:rPr lang="en" sz="1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"</a:t>
            </a:r>
            <a:br>
              <a:rPr lang="en"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</a:br>
            <a:r>
              <a:rPr lang="en"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					</a:t>
            </a:r>
            <a:r>
              <a:rPr lang="en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— Albert Szent-Györgyi</a:t>
            </a:r>
            <a:endParaRPr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ealthcare Center Website Infographics by Slidesgo">
  <a:themeElements>
    <a:clrScheme name="Simple Light">
      <a:dk1>
        <a:srgbClr val="2F4A8A"/>
      </a:dk1>
      <a:lt1>
        <a:srgbClr val="FFFFFF"/>
      </a:lt1>
      <a:dk2>
        <a:srgbClr val="666666"/>
      </a:dk2>
      <a:lt2>
        <a:srgbClr val="4869B1"/>
      </a:lt2>
      <a:accent1>
        <a:srgbClr val="7EACEC"/>
      </a:accent1>
      <a:accent2>
        <a:srgbClr val="C3D9FB"/>
      </a:accent2>
      <a:accent3>
        <a:srgbClr val="90D1CB"/>
      </a:accent3>
      <a:accent4>
        <a:srgbClr val="AFDCDD"/>
      </a:accent4>
      <a:accent5>
        <a:srgbClr val="F8DBC4"/>
      </a:accent5>
      <a:accent6>
        <a:srgbClr val="FFB172"/>
      </a:accent6>
      <a:hlink>
        <a:srgbClr val="2F4A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